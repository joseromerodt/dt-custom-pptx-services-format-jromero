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10.svg" ContentType="image/svg+xml"/>
  <Override PartName="/ppt/media/image2.svg" ContentType="image/svg+xml"/>
  <Override PartName="/ppt/media/image28.svg" ContentType="image/svg+xml"/>
  <Override PartName="/ppt/media/image29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61" r:id="rId5"/>
  </p:sldMasterIdLst>
  <p:notesMasterIdLst>
    <p:notesMasterId r:id="rId14"/>
  </p:notesMasterIdLst>
  <p:sldIdLst>
    <p:sldId id="2147483638" r:id="rId24"/>
    <p:sldId id="2147483639" r:id="rId10"/>
    <p:sldId id="2147483640" r:id="rId9"/>
    <p:sldId id="2147483641" r:id="rId30"/>
    <p:sldId id="2147483642" r:id="rId31"/>
    <p:sldId id="2147483643" r:id="rId32"/>
    <p:sldId id="2147483644" r:id="rId33"/>
    <p:sldId id="2147483645" r:id="rId34"/>
    <p:sldId id="2147483646" r:id="rId35"/>
    <p:sldId id="2147483647" r:id="rId36"/>
    <p:sldId id="256" r:id="rId37"/>
    <p:sldId id="257" r:id="rId38"/>
    <p:sldId id="258" r:id="rId39"/>
    <p:sldId id="259" r:id="rId40"/>
    <p:sldId id="260" r:id="rId41"/>
    <p:sldId id="262" r:id="rId4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(5 min)" id="{F27D8BC1-7BFE-469C-99F6-5AACACE69C9D}">
          <p14:sldIdLst>
            <p14:sldId id="2134806423"/>
            <p14:sldId id="261"/>
            <p14:sldId id="2134806343"/>
            <p14:sldId id="2134806369"/>
            <p14:sldId id="2147483625"/>
            <p14:sldId id="2147483629"/>
            <p14:sldId id="2134806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D192"/>
    <a:srgbClr val="5400CF"/>
    <a:srgbClr val="9933FF"/>
    <a:srgbClr val="244CFE"/>
    <a:srgbClr val="05276C"/>
    <a:srgbClr val="3146FE"/>
    <a:srgbClr val="8419FC"/>
    <a:srgbClr val="195CFE"/>
    <a:srgbClr val="6627FD"/>
    <a:srgbClr val="304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89266" autoAdjust="0"/>
  </p:normalViewPr>
  <p:slideViewPr>
    <p:cSldViewPr snapToGrid="0">
      <p:cViewPr varScale="1">
        <p:scale>
          <a:sx n="70" d="100"/>
          <a:sy n="70" d="100"/>
        </p:scale>
        <p:origin x="662" y="62"/>
      </p:cViewPr>
      <p:guideLst>
        <p:guide orient="horz" pos="720"/>
        <p:guide pos="40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5" Type="http://schemas.openxmlformats.org/officeDocument/2006/relationships/tags" Target="tags/tag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4" Type="http://schemas.openxmlformats.org/officeDocument/2006/relationships/slide" Target="slides/slide1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Brianne" userId="e83891b4-3827-4290-a0f3-672d0a0c01c7" providerId="ADAL" clId="{123FBDCC-2FC4-4C9C-B7D7-567D2DBD1950}"/>
    <pc:docChg chg="custSel addSld delSld modSld modSection">
      <pc:chgData name="Thomas, Brianne" userId="e83891b4-3827-4290-a0f3-672d0a0c01c7" providerId="ADAL" clId="{123FBDCC-2FC4-4C9C-B7D7-567D2DBD1950}" dt="2026-05-08T16:52:32.681" v="7" actId="47"/>
      <pc:docMkLst>
        <pc:docMk/>
      </pc:docMkLst>
      <pc:sldChg chg="delSp mod">
        <pc:chgData name="Thomas, Brianne" userId="e83891b4-3827-4290-a0f3-672d0a0c01c7" providerId="ADAL" clId="{123FBDCC-2FC4-4C9C-B7D7-567D2DBD1950}" dt="2026-05-08T16:52:31.686" v="6" actId="478"/>
        <pc:sldMkLst>
          <pc:docMk/>
          <pc:sldMk cId="293807915" sldId="2134806164"/>
        </pc:sldMkLst>
        <pc:picChg chg="del">
          <ac:chgData name="Thomas, Brianne" userId="e83891b4-3827-4290-a0f3-672d0a0c01c7" providerId="ADAL" clId="{123FBDCC-2FC4-4C9C-B7D7-567D2DBD1950}" dt="2026-05-08T16:52:31.686" v="6" actId="478"/>
          <ac:picMkLst>
            <pc:docMk/>
            <pc:sldMk cId="293807915" sldId="2134806164"/>
            <ac:picMk id="5" creationId="{4CC398FE-937E-69DC-C521-72C8861E924D}"/>
          </ac:picMkLst>
        </pc:picChg>
      </pc:sldChg>
      <pc:sldChg chg="del">
        <pc:chgData name="Thomas, Brianne" userId="e83891b4-3827-4290-a0f3-672d0a0c01c7" providerId="ADAL" clId="{123FBDCC-2FC4-4C9C-B7D7-567D2DBD1950}" dt="2026-05-08T16:52:32.681" v="7" actId="47"/>
        <pc:sldMkLst>
          <pc:docMk/>
          <pc:sldMk cId="3301202856" sldId="213480616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39E7E-7F38-4177-B1DC-8DDE6F3E30D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AA4E5-6A51-40A7-B8C3-FAA25D0AC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1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cover · Portada sobre fondo de marca. Cambia título y subtítulo; el presentador, la foto y las insignias quedan como están.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agenda · Fondo degradado. 3 a 6 puntos de agenda, uno por línea, con el ícono 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key-messages · Fondo degradado. Los 3 mensajes que el público debe recordar (bottom line). Máx. 2 líneas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section · Separador de sección sobre fondo degradado. Un título corto.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statement · Fondo degradado con título y 1 a 4 puntos breves. Para contexto o una idea fuerza.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from-to · 4 filas 'lo que se dijo → lo que encontramos' y un banner de cierre. Para síntoma vs. causa, antes vs. después, mito vs.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diagram-banner · Un diagrama draw.io a todo el ancho (imagen 'diagram', proporción ~3.2:1) y un banner que lo enmarca.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diagram-principles · Diagrama a todo el ancho (proporción ~3.4:1) y 3 principios con etiqueta en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cards-steps · Arriba 4 tarjetas (qué incluye), abajo 4 chevrons con su significado y un banner con una frase destacada.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case · Caso de cliente: cita, 3 KPIs, diagrama causal (imagen 'diagram', ~1:1), 3 acciones con etiqueta y una lección.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two-panels · Dos paneles comparables (A y B), cada uno con cita, 3 KPIs, recomendación y resultado 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kpis · 4 cifras grandes con su significado y fuente, y 3 beneficios numerados.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roadmap · 4 pasos numerados y un banner con el pedido a la audiencia.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phases-plan · Plan por fases tipo Gantt: 4 fases, actividades, frentes de trabajo, roles y responsables, inicio, hito y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risks-prereqs · Dos listas: riesgos (borde rojo) y prerrequisitos (borde verde).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closing · Cierre sobre fondo degradado. 'Thank You' o 'Gracias' según el idioma.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Relationship Id="rId3" Type="http://schemas.openxmlformats.org/officeDocument/2006/relationships/image" Target="../media/image10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image" Target="../media/image1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Relationship Id="rId3" Type="http://schemas.openxmlformats.org/officeDocument/2006/relationships/image" Target="../media/image16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Relationship Id="rId3" Type="http://schemas.openxmlformats.org/officeDocument/2006/relationships/image" Target="../media/image10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Relationship Id="rId3" Type="http://schemas.openxmlformats.org/officeDocument/2006/relationships/image" Target="../media/image22.jpeg"/><Relationship Id="rId4" Type="http://schemas.openxmlformats.org/officeDocument/2006/relationships/image" Target="../media/image1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23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eg"/><Relationship Id="rId3" Type="http://schemas.openxmlformats.org/officeDocument/2006/relationships/image" Target="../media/image10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eg"/><Relationship Id="rId3" Type="http://schemas.openxmlformats.org/officeDocument/2006/relationships/image" Target="../media/image10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jpeg"/><Relationship Id="rId3" Type="http://schemas.openxmlformats.org/officeDocument/2006/relationships/image" Target="../media/image10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0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2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9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EF35-48CA-8B7D-95FF-DD46185CB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D43D1-E2FB-39A2-8B85-78700A42D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CB06E-D6A3-C866-9E5C-664DB1669E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2895CD-00DE-4283-88DF-E7C5D1341CB9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8416C-287D-DDBE-32BA-960791B0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6170-5076-C51C-F921-7040113A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7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9EC5-6935-81CA-C1D1-EB2399A8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C03D-DFEF-764E-7413-9740C961A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B8D18-6404-EE3E-01B8-08246852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81106-4B67-4417-8A47-A95ADC6FBBF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04355-652C-EBB7-B067-7F1C25B0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CB3CD-1A52-12FA-058F-60DA9617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2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59F1-611F-C067-8886-96140050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27EA8-8FBA-A5F6-E3C0-1C9C4E956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A7613-641A-10AC-4324-473B8898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793BD2-8A9E-41F0-8DF4-8B837B30C248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6C340-99A3-7358-7B40-4A6060D3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870DF-BCE4-2B45-0C00-9AB99239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6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D808-CB2E-5CED-63CB-54EF262E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E031-FEE6-47BA-6DCA-A17D018DB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B9485-A8CE-F3FD-8095-BE569D3E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CD0DC-37B0-C6B5-3C70-E8A65D3E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71F938-C409-4D68-8904-D46F3FF499CA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991C-7101-BE3E-CC8A-46978C1B3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E2FD1-1CDF-BD24-4AAB-B347CC80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2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6607-68F7-297C-F666-6FBF5E02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2ED53-6266-CEC3-5946-5DBBE3F95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7BB89-0787-DF6F-CE2A-989028F57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5AD25-A228-29EA-19D4-8AB5F0BF8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673BC-A585-7306-07C7-FEF77C5D2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1F824-2F37-92F1-7297-12F52E0F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F3AF9-37C7-45EA-8C1F-CA824FA6D16F}" type="datetime1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36724-E696-7BEA-FB3A-2E3DB4C9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A0F3F-00EA-4F07-F9BB-93A9D7AC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2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C6C2-689A-4F8E-6A2F-D35E89B0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A3A44-075F-C353-4CC1-C1A4AADC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8D1F25-C8B5-480B-BE5E-BFF0F74BFEEA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B308C-4496-34DA-2D56-FF21BE29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196CB-5DB1-EBA5-6DF8-E080FE85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5182E-05FD-748D-46E3-0DC3B523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FB33AA-81B7-42B0-A8ED-A36817BACF0C}" type="datetime1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01947-BE6B-FB6B-58A4-5A472C1E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5D207-189D-E60A-B6F9-7CBD61DD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581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B56D-2414-CB8B-7569-351FB38B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1FA3B-1494-BD8B-FC09-9EEAED31A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4E8D1-143B-5BAA-B7AA-EE73E9D57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7C014-D614-2FFC-D84F-B603CCCB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4B9ED3-B888-4699-97E1-E3314E0A704D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2D832-9F90-2D21-071F-8AA7D1FA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E1C66-C9D3-9B07-ABD5-96270D3B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2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370B-3D2B-502F-5A56-6E8D841B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84FD5-F3D0-E38E-86E0-50559B32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4AB91-AE98-E4FF-7CDE-7A5D48E6F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8A319-A71D-8C5D-8C1E-B96816F0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4611D-A2EF-4216-ACB1-DE588C9E1B88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283CC-364B-70D6-E6A6-97E6F9F0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24D18-13DB-06AA-8052-15CF533E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5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3E0C-0374-C16C-FF89-CC9FBB70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6C0D-73F5-2A01-9D76-1940577E5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73E7-8CA5-8A77-D32D-7891A2F2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07004D-BEAB-45E4-BACB-47C6EF68F08E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F4EFE-B8EE-3A52-D59E-E03D2029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9A980-0453-B189-8307-E441C79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5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A0562-A802-423D-3CA4-9DC5C66B5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650D8-CD79-80DA-F1E7-F8F8C1BD4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F4264-1430-67B8-635C-36B3DED3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BD8E34-FF4A-414B-BA56-AEAA14DDFC67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61698-40F0-CCFD-208E-2CD8CDBE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77F0B-E44E-B998-463A-F5433C05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16CEF1-DDBD-48F2-BE7D-E8B27E68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3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pPr lvl="0"/>
            <a:fld id="{96BF68F6-2847-4D6A-BA15-2AF4FC6FA5B0}" type="datetime1">
              <a:rPr lang="en-US" smtClean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978904" y="6426046"/>
            <a:ext cx="410527" cy="246221"/>
          </a:xfrm>
          <a:prstGeom prst="rect">
            <a:avLst/>
          </a:prstGeom>
        </p:spPr>
        <p:txBody>
          <a:bodyPr/>
          <a:lstStyle/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E35E976C-7A5D-FE9B-F182-B1DC8317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6205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5961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&#10;&#10;Description automatically generated">
            <a:extLst>
              <a:ext uri="{FF2B5EF4-FFF2-40B4-BE49-F238E27FC236}">
                <a16:creationId xmlns:a16="http://schemas.microsoft.com/office/drawing/2014/main" id="{DFA14054-1FFE-C980-BD15-B3129CAC9A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CED6E7-AECB-A1B7-029F-E3389363E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72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EDDBF19D-3B7F-B245-9C7A-EB51B8498F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F52411-3A7F-2D9B-A02B-4BCABFABA45E}"/>
              </a:ext>
            </a:extLst>
          </p:cNvPr>
          <p:cNvSpPr/>
          <p:nvPr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82DB20-1962-F044-44D7-8541B55BB4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CF3DD0C-535E-6BC0-F190-A0FBED8F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A8388AB-B269-0DC6-427C-B30FDC830F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91664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C5B9020-6E03-334C-986D-E05A86DBB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235913-9932-8CEC-868A-5DB01F047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BD677-5CE9-358D-4A7B-3BDEE786FE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39596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E7D75D4-43E7-270D-D565-069EBE2E23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69244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65D86-FF3A-49A1-F37B-59644F4F0855}"/>
              </a:ext>
            </a:extLst>
          </p:cNvPr>
          <p:cNvSpPr txBox="1">
            <a:spLocks/>
          </p:cNvSpPr>
          <p:nvPr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3502605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ish&#10;&#10;Description automatically generated">
            <a:extLst>
              <a:ext uri="{FF2B5EF4-FFF2-40B4-BE49-F238E27FC236}">
                <a16:creationId xmlns:a16="http://schemas.microsoft.com/office/drawing/2014/main" id="{A65EB9F5-972E-375B-30FD-BBAF7F4B89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327F0-D028-FD31-50E5-2E6699770D57}"/>
              </a:ext>
            </a:extLst>
          </p:cNvPr>
          <p:cNvSpPr/>
          <p:nvPr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E0BBB9-8B5F-C8AF-AABC-A8FC3CB67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77B7DE-DCDA-0938-0E00-9037918A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E49A9E1-5327-C07F-6784-06F711111D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0944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9FD9982-A8FD-E7E3-47A9-0473DB9EF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3399E92-DBD7-5E15-0C5A-D438A64DB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B4983A-2C8A-D1CC-A5E5-2BF922BF0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5737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51DBB13-E792-036D-608B-E172C13AC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8702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6BABE-FE67-87DE-BC1D-6DB5039D2F00}"/>
              </a:ext>
            </a:extLst>
          </p:cNvPr>
          <p:cNvSpPr txBox="1">
            <a:spLocks/>
          </p:cNvSpPr>
          <p:nvPr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E76441-B7F0-5133-F6B7-F5F0755144A7}"/>
              </a:ext>
            </a:extLst>
          </p:cNvPr>
          <p:cNvSpPr/>
          <p:nvPr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CE3751B3-EA28-4412-4506-5D2DA5A077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375441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FC8A18E-AE19-EBBE-A540-41124EAE2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423373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456722E-9B92-F684-918E-25D2F9140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453021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2826-8400-07B4-DCF7-20AF6FCF7F43}"/>
              </a:ext>
            </a:extLst>
          </p:cNvPr>
          <p:cNvSpPr txBox="1">
            <a:spLocks/>
          </p:cNvSpPr>
          <p:nvPr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194252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fish&#10;&#10;Description automatically generated">
            <a:extLst>
              <a:ext uri="{FF2B5EF4-FFF2-40B4-BE49-F238E27FC236}">
                <a16:creationId xmlns:a16="http://schemas.microsoft.com/office/drawing/2014/main" id="{F7FB42EA-2426-8F04-B39C-53E651E11A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50A622-3F2A-EFC5-39E8-DA04700BAC6C}"/>
              </a:ext>
            </a:extLst>
          </p:cNvPr>
          <p:cNvSpPr/>
          <p:nvPr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7FF95D-8C1B-F8E2-9ADC-688F4973EE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28BA292-384D-E824-1A3F-32491637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E9F74001-785E-B473-9E8F-D73AAA9C6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EE86146-3554-EE6F-7C35-631702E8B1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D7F517-6C9A-08E9-34EB-28DC410F4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FEEEFE90-ED08-EF75-2DA7-44B3A2832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95E7D5F-4543-CEC7-317D-97E4B03DF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E3BC3-815E-0C45-A703-4A1310B6CEDA}"/>
              </a:ext>
            </a:extLst>
          </p:cNvPr>
          <p:cNvSpPr txBox="1">
            <a:spLocks/>
          </p:cNvSpPr>
          <p:nvPr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447DE-B5D4-7E67-69F8-5786EF6367B7}"/>
              </a:ext>
            </a:extLst>
          </p:cNvPr>
          <p:cNvSpPr/>
          <p:nvPr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DFAF2102-64C3-3154-AE3B-C6D43854D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2922EB90-D21D-44F8-3E50-D822903F77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346AF72-41A1-2955-84BC-3307BFAD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37190-E2FB-1315-D763-AEE87B50A941}"/>
              </a:ext>
            </a:extLst>
          </p:cNvPr>
          <p:cNvSpPr txBox="1">
            <a:spLocks/>
          </p:cNvSpPr>
          <p:nvPr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826C9D9-419F-3091-21AE-1C750633D134}"/>
              </a:ext>
            </a:extLst>
          </p:cNvPr>
          <p:cNvSpPr/>
          <p:nvPr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D052FBA7-CA57-88EB-3D95-D75DC9F599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3EF82A7C-C571-AAA2-E95F-92D30A4AD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B912C700-29FA-912F-CD8D-F9C8FAE08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8FF0D-8584-4AE2-7132-B10BBA5EB7C4}"/>
              </a:ext>
            </a:extLst>
          </p:cNvPr>
          <p:cNvSpPr txBox="1">
            <a:spLocks/>
          </p:cNvSpPr>
          <p:nvPr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063384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fish&#10;&#10;Description automatically generated">
            <a:extLst>
              <a:ext uri="{FF2B5EF4-FFF2-40B4-BE49-F238E27FC236}">
                <a16:creationId xmlns:a16="http://schemas.microsoft.com/office/drawing/2014/main" id="{9FFEA0F8-DB52-A8AE-FFAF-61E8990D1D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4134D2B-B928-C698-8D9B-1444C15DC12E}"/>
              </a:ext>
            </a:extLst>
          </p:cNvPr>
          <p:cNvSpPr/>
          <p:nvPr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303FA75-1DD8-DF9D-76DA-720497361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0BA74E5-4CE8-76EC-5FFF-73C8C960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0839E2D0-8966-A9CA-64E8-C76A603BF4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B151CA7-B681-7233-4200-AFAEC67A7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155C29-0DBA-B3C1-DF0B-39AA93987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DBDE6A34-4CD4-7B64-57E6-73461F7160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4AFDEF1-EC74-BCB1-AE9A-A097A5A02E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D814F-D084-7FAB-E5E3-25FC122F8BA9}"/>
              </a:ext>
            </a:extLst>
          </p:cNvPr>
          <p:cNvSpPr txBox="1">
            <a:spLocks/>
          </p:cNvSpPr>
          <p:nvPr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23FCDDC-64B9-B95F-AA11-30C027B447B7}"/>
              </a:ext>
            </a:extLst>
          </p:cNvPr>
          <p:cNvSpPr/>
          <p:nvPr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BFCD5256-FA45-6B95-25B7-EC1AC0BA0E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C377F137-6319-3FD9-6219-2D07730B6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54F9DE84-669D-76C4-8484-A9A78B050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FD69D-1ECA-622F-3902-DBC2894B2D74}"/>
              </a:ext>
            </a:extLst>
          </p:cNvPr>
          <p:cNvSpPr txBox="1">
            <a:spLocks/>
          </p:cNvSpPr>
          <p:nvPr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A16130-E559-9889-1123-2491D58E8C74}"/>
              </a:ext>
            </a:extLst>
          </p:cNvPr>
          <p:cNvSpPr/>
          <p:nvPr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1A8321EC-81F6-C1C0-1795-53DC439BB0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08488EF4-F8FE-315F-C156-1FEC85AD14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DAFD4733-A34B-4C32-D32B-43D5C16A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0C8BC-D341-3102-0775-184FEB5ACCE3}"/>
              </a:ext>
            </a:extLst>
          </p:cNvPr>
          <p:cNvSpPr txBox="1">
            <a:spLocks/>
          </p:cNvSpPr>
          <p:nvPr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4E3D2A4-5F6B-3940-7516-08995383B923}"/>
              </a:ext>
            </a:extLst>
          </p:cNvPr>
          <p:cNvSpPr/>
          <p:nvPr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54" name="Picture Placeholder 15">
            <a:extLst>
              <a:ext uri="{FF2B5EF4-FFF2-40B4-BE49-F238E27FC236}">
                <a16:creationId xmlns:a16="http://schemas.microsoft.com/office/drawing/2014/main" id="{2FB14771-E2E8-1470-0848-A5B7D5E044D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F20218C9-7AA2-6166-94B7-37E528E29A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78CEF6F2-1E75-D03C-E81E-FB19DA708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F02031-3613-8282-8130-9E1BBE787E6B}"/>
              </a:ext>
            </a:extLst>
          </p:cNvPr>
          <p:cNvSpPr txBox="1">
            <a:spLocks/>
          </p:cNvSpPr>
          <p:nvPr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1972804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10FD834-2110-54AF-FD17-1BC5F67BD7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45663A-D8FC-AAD5-270D-67BEDF84A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9349" y="3038868"/>
            <a:ext cx="9813301" cy="451983"/>
          </a:xfrm>
        </p:spPr>
        <p:txBody>
          <a:bodyPr wrap="square" tIns="0" bIns="0" anchor="b">
            <a:sp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597D75F-6067-CFE0-A18B-641E415B3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9349" y="3500426"/>
            <a:ext cx="9813302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9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628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7540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6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2B0EA1A4-42B7-74AA-17AD-B6EA85C8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4738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4BBD51E-29A2-84F2-B441-8980D97832F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918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54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40560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896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89008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5A2E67-CB89-4296-0FBE-200AC24B51F4}"/>
              </a:ext>
            </a:extLst>
          </p:cNvPr>
          <p:cNvSpPr/>
          <p:nvPr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7460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10057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5219789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12260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726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1548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767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767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10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981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9981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453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192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Box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00FEC0-8441-96D2-E89C-02B0AC92E2DB}"/>
              </a:ext>
            </a:extLst>
          </p:cNvPr>
          <p:cNvSpPr>
            <a:spLocks/>
          </p:cNvSpPr>
          <p:nvPr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470C65D6-BC0D-4BB8-7940-044366DA3A4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1FD1294-FECA-E138-F896-2BADB65878C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B43538-DD19-B367-70C2-D23109AEDCAB}"/>
              </a:ext>
            </a:extLst>
          </p:cNvPr>
          <p:cNvSpPr>
            <a:spLocks/>
          </p:cNvSpPr>
          <p:nvPr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E794B28-C770-D714-0858-91A20F591C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737F78C-5BC5-59A0-0A4B-473ED4CCB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88C0-BA85-66B3-5D4F-45FDA56C35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925FF-623D-8281-CC61-CCF33FFC5A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41A7A0-CC4E-DCD1-047C-970393EB92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BFE8C7-309E-C2BD-1896-B5A95670AD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341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5307645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7163678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4FD4156A-0C1D-7C93-61AD-DF544AB389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6510012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42120970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5870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152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DT Flow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74507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522412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203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973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88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225425"/>
            <a:ext cx="11499305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112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5920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1055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6 Screenshots"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81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2476A-1A82-F1FF-EF55-B8FA08B4CA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303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A4CDB2-431A-F9AA-DC7E-F1CD939333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34073"/>
            <a:ext cx="5679130" cy="4860976"/>
          </a:xfrm>
          <a:prstGeom prst="rect">
            <a:avLst/>
          </a:prstGeom>
          <a:solidFill>
            <a:srgbClr val="030C16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34073"/>
            <a:ext cx="5219789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1719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A3574-08A8-2145-809F-8B3DDCE381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788CC257-AACC-A212-27F8-F07276F3B7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120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741C60-3652-8C47-0877-54494453FC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9120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4D851B2-2870-AF8F-B51E-FD68A54F24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072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528986D-6040-B46E-7DC7-287B95DF1C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072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5690068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82526-13BC-DC86-FD8A-0654F8592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BA93F34C-BA8D-F410-9D55-A6E28ABA6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E9A7006-29DC-7A7A-1FE5-AF3E9F3C20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C1D30C2-26E0-A801-C710-1954E3F7CA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ED862F-B5C1-985C-77C0-B78D247606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62429F6-69D5-6B72-2366-2AED9795EC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077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215347FE-C0A6-602F-859E-8421E8B3A5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6077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8335505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78AEDE4C-584F-11CE-0E42-7321AE1C11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8617105-716D-12D5-9B44-AAD4CBB0F2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58B8BD4-011E-C228-0230-6721FA0DC6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D4754F1-46CB-A3F0-1370-31AEF31A83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016C7CF-7490-AB35-6744-71D92B0B00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780FE8E-B3A9-6DDD-C01C-92F3E79471B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F7D2E3E7-5466-D971-8C68-3F485A97D8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444E2549-ABEE-5DAC-B1E9-9A7D4B6D89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7953350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Box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E31917-B5FE-6DD5-0953-C666777AA45A}"/>
              </a:ext>
            </a:extLst>
          </p:cNvPr>
          <p:cNvSpPr>
            <a:spLocks/>
          </p:cNvSpPr>
          <p:nvPr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B459EC-C6EA-0E99-8DE1-6D854EF193F2}"/>
              </a:ext>
            </a:extLst>
          </p:cNvPr>
          <p:cNvSpPr>
            <a:spLocks/>
          </p:cNvSpPr>
          <p:nvPr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CF234-9377-9ED5-8DD6-85F8C3D79431}"/>
              </a:ext>
            </a:extLst>
          </p:cNvPr>
          <p:cNvSpPr>
            <a:spLocks/>
          </p:cNvSpPr>
          <p:nvPr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FB9BD-3AA1-54A6-CA30-BFF05C32B032}"/>
              </a:ext>
            </a:extLst>
          </p:cNvPr>
          <p:cNvSpPr>
            <a:spLocks/>
          </p:cNvSpPr>
          <p:nvPr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1F0D752A-E897-9E70-2CD8-976FDC9CAE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4BF71120-9ABC-2DD0-3565-9E3154E3767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9CFA1C8-DFC7-F326-DB98-4997DCA0A1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62261AA-311B-D6EE-E3A0-395354A46C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9E2D50D8-0EBD-B6B5-B807-D5B57EE040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DC513B4-D3EE-0A72-9251-108A220EB97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218DF1-C09B-947A-9A59-CCED12F5A10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AF8D8741-7940-0034-674C-652C5127B8B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A8A269-CF9E-9EBA-692B-11767DD8F0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771A1-178C-2490-EF6E-AD9A024E03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AD41A0-211F-F5D6-06A2-0F4F89C70E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2D1C95-27D2-0232-2612-BA0DE0C755C4}"/>
              </a:ext>
            </a:extLst>
          </p:cNvPr>
          <p:cNvSpPr>
            <a:spLocks/>
          </p:cNvSpPr>
          <p:nvPr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D94C32C-FF8B-81AE-7BDD-F923AB54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150593F0-B8C5-41D9-D1A3-E681D8317B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1A8AF49-436C-2468-E5E1-23E5780D9280}"/>
              </a:ext>
            </a:extLst>
          </p:cNvPr>
          <p:cNvSpPr>
            <a:spLocks/>
          </p:cNvSpPr>
          <p:nvPr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2818667E-1EC2-4513-46A5-858A3DEDE6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B4A3E790-F2B5-8D06-CB54-20FC1F0245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B67F04-E751-F8D1-4A09-B11E12F179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7AC95C9-F2A8-081F-5881-396F8E1501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D23792-1F1C-A0A1-7FB2-6F022C8C49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014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9FF272-8EEE-A80E-ADC9-799E7483D9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6681178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28DC68-5CBD-016B-7111-4DD13DDBC1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1198871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3ECC27-9DAE-13F5-48E0-89D79469B6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627491DA-93EF-8AE0-2E21-28B0095E3A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2625246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64F7CE-B3CE-A325-CEAC-1B9EC546AA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5222016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1D7C3E-3EF5-C5AF-4214-681F88C03390}"/>
              </a:ext>
            </a:extLst>
          </p:cNvPr>
          <p:cNvGrpSpPr/>
          <p:nvPr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A10EC5-8486-D8F8-05D3-7FBEA68FB157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01C2CE-4DE4-083F-D0E7-98E0A5A9596B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801D1-5C28-82BB-829F-F738D459D88E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54F5D2-8071-0C35-4BAD-D954845E2DFF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799BB1-B650-AF17-ABEF-7694536ED8B9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78EC20-2482-598C-0A24-0F6636CE39BD}"/>
              </a:ext>
            </a:extLst>
          </p:cNvPr>
          <p:cNvGrpSpPr/>
          <p:nvPr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216439-BAC3-6982-AF4D-35B8E8C31AD6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BEAC22-6374-108B-EAA4-74BF37D98B11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771C18-09D6-CDB8-9660-9B12FD5F8C8D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8688D6-BC4F-E8ED-7F9D-120028527E24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E0E71-7FD3-ED66-EB7E-9AEE9EAB8E4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sp>
        <p:nvSpPr>
          <p:cNvPr id="17" name="Title 2">
            <a:extLst>
              <a:ext uri="{FF2B5EF4-FFF2-40B4-BE49-F238E27FC236}">
                <a16:creationId xmlns:a16="http://schemas.microsoft.com/office/drawing/2014/main" id="{5EB05E6E-BB07-4B46-EE5A-DB7DE06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75E737-F934-F65B-D56B-CD3865BAA69F}"/>
              </a:ext>
            </a:extLst>
          </p:cNvPr>
          <p:cNvGrpSpPr/>
          <p:nvPr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408F2F-B96C-5C0D-AF6A-59985E8903FD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C8FB4-C951-CB8B-3A84-FD7D09593016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44ADC2-AD14-CC65-7F61-0A5E52CD4E24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45D204-1BCD-D02B-1C07-9C0D878811E1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03B0AA-4E2E-F34C-507B-7A19369136E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9F116BE-1FE0-9A4E-8367-BF9D2E285890}"/>
              </a:ext>
            </a:extLst>
          </p:cNvPr>
          <p:cNvSpPr/>
          <p:nvPr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1809A1-533E-7136-9CF4-BB982CFD449F}"/>
              </a:ext>
            </a:extLst>
          </p:cNvPr>
          <p:cNvSpPr/>
          <p:nvPr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AAAD6-C84B-5897-976C-73CC354FDB46}"/>
              </a:ext>
            </a:extLst>
          </p:cNvPr>
          <p:cNvSpPr/>
          <p:nvPr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63CBF-12B4-A5F2-E0A6-75F9038B785C}"/>
              </a:ext>
            </a:extLst>
          </p:cNvPr>
          <p:cNvSpPr/>
          <p:nvPr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DD7F3-CAEB-AFC5-9417-841120A3308F}"/>
              </a:ext>
            </a:extLst>
          </p:cNvPr>
          <p:cNvSpPr/>
          <p:nvPr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4183BD69-6818-CB06-6034-CE00A4BFBF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1547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A117B71B-3EC8-B92C-A314-67697593EC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1547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1" name="Text Placeholder 25">
            <a:extLst>
              <a:ext uri="{FF2B5EF4-FFF2-40B4-BE49-F238E27FC236}">
                <a16:creationId xmlns:a16="http://schemas.microsoft.com/office/drawing/2014/main" id="{DF407200-7C26-CDE8-BBBB-7AF404F60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9548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2" name="Text Placeholder 25">
            <a:extLst>
              <a:ext uri="{FF2B5EF4-FFF2-40B4-BE49-F238E27FC236}">
                <a16:creationId xmlns:a16="http://schemas.microsoft.com/office/drawing/2014/main" id="{17F54D61-54CE-0A36-4145-3BD9FFDF24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9548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4AE5EEEC-E17B-F5BF-A17E-6CEF57C8C8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450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8411F3C6-480A-ADB0-92D9-CC1B53BC2A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0450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1A4DDBDD-B6F1-FD7C-B53F-F4F6A0DDD7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28270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953158F9-183F-6A33-00F9-9DCE8EA70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270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878F3C0E-57BB-32F7-B0E0-ED45AFC8DD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37606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A7539808-3059-CE5A-C181-963DA76F52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37606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679201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390C8192-549F-68A2-E621-E7B24AA54EEF}"/>
              </a:ext>
            </a:extLst>
          </p:cNvPr>
          <p:cNvSpPr/>
          <p:nvPr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65F7D829-E863-B2A6-A956-579C27E92A0D}"/>
              </a:ext>
            </a:extLst>
          </p:cNvPr>
          <p:cNvSpPr/>
          <p:nvPr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00FA73C-2D10-F163-67A0-F1E85BF24FF0}"/>
              </a:ext>
            </a:extLst>
          </p:cNvPr>
          <p:cNvSpPr/>
          <p:nvPr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itle 5">
            <a:extLst>
              <a:ext uri="{FF2B5EF4-FFF2-40B4-BE49-F238E27FC236}">
                <a16:creationId xmlns:a16="http://schemas.microsoft.com/office/drawing/2014/main" id="{5373FD89-520C-E7F2-0328-27EEB0D0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20729A04-2707-B233-5440-DBC34C589D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3940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B3CA3EA3-4B6C-6B10-5AF6-62373DA56F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0484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58C12D1-A119-C14D-0CE1-2BC3FE252C0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940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08E485E9-5DA4-5440-C217-15C5B498432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2110478"/>
            <a:ext cx="276865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rgbClr val="00C68D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DF94AF14-78CF-DDC2-F374-FC0DDFDAB2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2110479"/>
            <a:ext cx="2697804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2" name="Text Placeholder 25">
            <a:extLst>
              <a:ext uri="{FF2B5EF4-FFF2-40B4-BE49-F238E27FC236}">
                <a16:creationId xmlns:a16="http://schemas.microsoft.com/office/drawing/2014/main" id="{F32C6A6F-DEB4-03FF-FC38-543F0DC742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2110479"/>
            <a:ext cx="278036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2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780072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B3DA23-E7E2-E8D2-234F-69C913219446}"/>
              </a:ext>
            </a:extLst>
          </p:cNvPr>
          <p:cNvSpPr/>
          <p:nvPr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9474C84-AA68-E63B-C3F4-7803595369E7}"/>
              </a:ext>
            </a:extLst>
          </p:cNvPr>
          <p:cNvSpPr/>
          <p:nvPr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4477FB2-A8EE-9DAC-63DD-EA902A0F2BD5}"/>
              </a:ext>
            </a:extLst>
          </p:cNvPr>
          <p:cNvSpPr/>
          <p:nvPr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61E8D07B-ACFC-0EC3-725D-828A57E3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76E0A01-8FA3-1077-DE64-BEDF503515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86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00BBD5A4-29A6-37D6-F4C3-FB66D7F7BA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41243" y="4480772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D25ADC24-DFE1-5A45-BAED-8DC9C739D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3552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8C06E0D-04C6-0B74-66FB-DE61D53C574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3611803"/>
            <a:ext cx="276865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059C577-EF45-66DB-C133-D72F183F0C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3611803"/>
            <a:ext cx="2697804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9164CD1-1F81-16ED-ABC6-14016482E3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3611803"/>
            <a:ext cx="278036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041668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F28D52-11AE-6ED2-2F9C-2377B354691A}"/>
              </a:ext>
            </a:extLst>
          </p:cNvPr>
          <p:cNvSpPr/>
          <p:nvPr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113FC8-81F2-AF79-C350-1B21A4B560A0}"/>
              </a:ext>
            </a:extLst>
          </p:cNvPr>
          <p:cNvSpPr/>
          <p:nvPr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261C3A7-FEDF-0A59-8F92-FCC03B744146}"/>
              </a:ext>
            </a:extLst>
          </p:cNvPr>
          <p:cNvSpPr/>
          <p:nvPr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Title 5">
            <a:extLst>
              <a:ext uri="{FF2B5EF4-FFF2-40B4-BE49-F238E27FC236}">
                <a16:creationId xmlns:a16="http://schemas.microsoft.com/office/drawing/2014/main" id="{E90F214F-C836-9EAA-7810-36CF340F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5327835-402C-8DE4-D899-9D30DA806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4232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8D5483D-3ACD-6EE3-9FB0-2569CA1BA63B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601496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3600AE2-EA88-2FED-6049-C21CC279476B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8278760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44B81D7-954A-BF66-B803-E76FC3E794B1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924232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6AA9F7C-912F-441F-6020-893559F4D4C0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4601496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D5F10-3E15-F9DF-B642-0CB01C2DEA57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8278760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58859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DF94EA6F-67D2-2D1D-DE6C-2FE10A5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32" y="225425"/>
            <a:ext cx="11384826" cy="827088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05F699FC-F872-4F2D-0FC3-2A86B8B5B8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603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90D9F3D-EE26-901E-9C23-D8E1F231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86425" y="4516969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29A68A22-F747-24E4-34E3-BB07606958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74638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FACBCFFC-4E68-5A92-BB2A-AFC48378A8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77482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0788435-413D-7D3C-223A-30AC9CF427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1790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8395F50B-0280-E25D-54E9-88AC3DBD79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70609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07132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410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14C391A5-9B68-C98F-D776-E0BDEFAD57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36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ECB9B5A0-8635-B513-9571-388F0D5A3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122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6983481D-3CD6-FE57-D95F-94D32C8CEB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410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951F4-8445-44AF-F977-7CF2D82D1CD5}"/>
              </a:ext>
            </a:extLst>
          </p:cNvPr>
          <p:cNvCxnSpPr>
            <a:cxnSpLocks/>
          </p:cNvCxnSpPr>
          <p:nvPr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328C6-5E43-20CC-F085-7A84DCDEF258}"/>
              </a:ext>
            </a:extLst>
          </p:cNvPr>
          <p:cNvCxnSpPr>
            <a:cxnSpLocks/>
          </p:cNvCxnSpPr>
          <p:nvPr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47F21-6639-B514-2F1B-96D59A162F1D}"/>
              </a:ext>
            </a:extLst>
          </p:cNvPr>
          <p:cNvCxnSpPr>
            <a:cxnSpLocks/>
          </p:cNvCxnSpPr>
          <p:nvPr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8EE40E-31F0-BA47-078B-097048A4ACA5}"/>
              </a:ext>
            </a:extLst>
          </p:cNvPr>
          <p:cNvCxnSpPr>
            <a:cxnSpLocks/>
          </p:cNvCxnSpPr>
          <p:nvPr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CBDFF8-774C-2F99-982F-40B1C46229A3}"/>
              </a:ext>
            </a:extLst>
          </p:cNvPr>
          <p:cNvCxnSpPr>
            <a:cxnSpLocks/>
          </p:cNvCxnSpPr>
          <p:nvPr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98F95D0-919A-5034-A713-2165538AD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1279-FC64-D4DA-A922-54D697E2838A}"/>
              </a:ext>
            </a:extLst>
          </p:cNvPr>
          <p:cNvSpPr txBox="1"/>
          <p:nvPr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F307E-7EA2-779E-FD2F-410838C693A4}"/>
              </a:ext>
            </a:extLst>
          </p:cNvPr>
          <p:cNvSpPr txBox="1"/>
          <p:nvPr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C6EAC-53C0-46DC-34E3-1A8C25CD4210}"/>
              </a:ext>
            </a:extLst>
          </p:cNvPr>
          <p:cNvSpPr txBox="1"/>
          <p:nvPr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CCAB8-AABE-0FEF-3201-9592336DEE28}"/>
              </a:ext>
            </a:extLst>
          </p:cNvPr>
          <p:cNvSpPr txBox="1"/>
          <p:nvPr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2C4D-D075-AFF6-8D63-38331922FADF}"/>
              </a:ext>
            </a:extLst>
          </p:cNvPr>
          <p:cNvSpPr txBox="1"/>
          <p:nvPr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50F81-CC07-9D20-A4F2-53A5540C40AC}"/>
              </a:ext>
            </a:extLst>
          </p:cNvPr>
          <p:cNvSpPr txBox="1"/>
          <p:nvPr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53889-A29E-9613-9DE4-8983B9E4E13F}"/>
              </a:ext>
            </a:extLst>
          </p:cNvPr>
          <p:cNvSpPr txBox="1"/>
          <p:nvPr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E2FFAE-3D49-A2E3-2FB9-EE404301DDAC}"/>
              </a:ext>
            </a:extLst>
          </p:cNvPr>
          <p:cNvSpPr txBox="1"/>
          <p:nvPr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26493-F234-486C-415F-130F7305EFA4}"/>
              </a:ext>
            </a:extLst>
          </p:cNvPr>
          <p:cNvSpPr txBox="1"/>
          <p:nvPr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DCCF-C70E-173C-B430-8F97A94A7EE6}"/>
              </a:ext>
            </a:extLst>
          </p:cNvPr>
          <p:cNvSpPr txBox="1"/>
          <p:nvPr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5337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24299-3911-C967-F554-54B90E577995}"/>
              </a:ext>
            </a:extLst>
          </p:cNvPr>
          <p:cNvSpPr/>
          <p:nvPr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FD4347-E828-76AB-B11D-F9F5D3E3B2F8}"/>
              </a:ext>
            </a:extLst>
          </p:cNvPr>
          <p:cNvSpPr/>
          <p:nvPr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BFB79ED-A0D4-F89B-323E-E6D1FC85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41390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2A1EA4FF-DE2D-7CA8-05D1-FB9E74E284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1314781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C4F7-EE2C-CE94-2218-1A7F29F8ED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4F10F-5454-F95C-1CE7-A48B9C29AE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785F1-C448-FF72-102D-335D2F417E4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775427-7188-43D2-BBEA-758809570647}" type="datetime1">
              <a:rPr lang="en-US"/>
              <a:pPr lvl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8801-B182-277A-FB2A-D04C21CECA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BE56-461B-8A43-6A44-5B2AE17138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CA0C18-94C1-4955-9491-A19444C273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55089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38031-C31D-6B6C-5A46-F1F21A089A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910A2BD-EAF8-4549-A95F-BD925C545C4F}" type="datetime1">
              <a:rPr lang="en-US"/>
              <a:pPr lvl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69399-C165-AA79-2985-27A3E8CC0D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9D7EA-0D27-C73A-F0E4-DF5196ED4D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84DDAF-9252-41E6-8CC7-143EBA31A648}" type="slidenum"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1965590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A5B6-27F6-AC4D-89ED-D4DD8163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AF960-AFEF-8788-CF5B-581E5FAA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A032-979D-0EF5-57E9-D38AFAE2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7298C-3F8D-09B1-A1F9-F25CF275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906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Relationship Id="rId16" Type="http://schemas.openxmlformats.org/officeDocument/2006/relationships/image" Target="../media/image1.svg"/><Relationship Id="rId17" Type="http://schemas.openxmlformats.org/officeDocument/2006/relationships/image" Target="../media/image2.svg"/><Relationship Id="rId18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61.xml"/><Relationship Id="rId49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3.xml"/><Relationship Id="rId51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5.xml"/><Relationship Id="rId53" Type="http://schemas.openxmlformats.org/officeDocument/2006/relationships/slideLayout" Target="../slideLayouts/slideLayout66.xml"/><Relationship Id="rId54" Type="http://schemas.openxmlformats.org/officeDocument/2006/relationships/slideLayout" Target="../slideLayouts/slideLayout67.xml"/><Relationship Id="rId55" Type="http://schemas.openxmlformats.org/officeDocument/2006/relationships/slideLayout" Target="../slideLayouts/slideLayout68.xml"/><Relationship Id="rId56" Type="http://schemas.openxmlformats.org/officeDocument/2006/relationships/slideLayout" Target="../slideLayouts/slideLayout69.xml"/><Relationship Id="rId57" Type="http://schemas.openxmlformats.org/officeDocument/2006/relationships/slideLayout" Target="../slideLayouts/slideLayout70.xml"/><Relationship Id="rId58" Type="http://schemas.openxmlformats.org/officeDocument/2006/relationships/slideLayout" Target="../slideLayouts/slideLayout71.xml"/><Relationship Id="rId59" Type="http://schemas.openxmlformats.org/officeDocument/2006/relationships/slideLayout" Target="../slideLayouts/slideLayout72.xml"/><Relationship Id="rId60" Type="http://schemas.openxmlformats.org/officeDocument/2006/relationships/theme" Target="../theme/theme2.xml"/><Relationship Id="rId61" Type="http://schemas.openxmlformats.org/officeDocument/2006/relationships/image" Target="../media/image4.png"/><Relationship Id="rId62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5BF061E7-9136-AE06-BBF9-0466E8A9F24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AA43EA-D935-C256-00B8-EE2F7704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7958D-AE64-AE10-2843-D046C4BE5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38F88-80ED-B508-C20F-F90952F8A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7C07-A53D-6202-4666-D966A7928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2116" y="6356350"/>
            <a:ext cx="441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216CEF1-DDBD-48F2-BE7D-E8B27E68AB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BADE1E3-E514-B900-2A2C-3D37EF6EC4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11361" y="6431920"/>
            <a:ext cx="219075" cy="228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96A0ABD-F17A-7578-BEA0-623A9C800B2B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786" y="6434101"/>
            <a:ext cx="24938" cy="227217"/>
          </a:xfrm>
          <a:prstGeom prst="rect">
            <a:avLst/>
          </a:prstGeom>
        </p:spPr>
      </p:pic>
    </p:spTree>
    <p:custDataLst>
      <p:tags r:id="rId15"/>
    </p:custDataLst>
    <p:extLst>
      <p:ext uri="{BB962C8B-B14F-4D97-AF65-F5344CB8AC3E}">
        <p14:creationId xmlns:p14="http://schemas.microsoft.com/office/powerpoint/2010/main" val="389807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78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fld id="{19A4CABD-CAAA-403B-A57A-6ECC0B0D15F1}" type="datetime1">
              <a:rPr lang="en-US" smtClean="0"/>
              <a:pPr lvl="0"/>
              <a:t>6/26/2026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DT Flow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pPr lvl="0"/>
            <a:fld id="{B29D5F75-5F3D-4D85-B4E5-E43581F8012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49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  <p:sldLayoutId id="2147483720" r:id="rId58"/>
    <p:sldLayoutId id="2147483721" r:id="rId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notesSlide" Target="../notesSlides/notesSlide1.xml"/><Relationship Id="rId13" Type="http://schemas.openxmlformats.org/officeDocument/2006/relationships/image" Target="../media/image4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ags" Target="../tags/tag1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spTree>
      <p:nvGrpSpPr>
        <p:cNvPr id="1" name=""/>
        <p:cNvGrpSpPr/>
        <p:nvPr/>
      </p:nvGrpSpPr>
      <p:grpSpPr/>
      <p:pic>
        <p:nvPicPr>
          <p:cNvPr id="11" name="Picture 10">
            <a:extLst>
              <a:ext uri="{FF2B5EF4-FFF2-40B4-BE49-F238E27FC236}">
                <a16:creationId xmlns:a16="http://schemas.microsoft.com/office/drawing/2014/main" id="{3AAD37FB-F3AB-EC63-DC55-EF867EFD0121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18">
            <a:extLst>
              <a:ext uri="{FF2B5EF4-FFF2-40B4-BE49-F238E27FC236}">
                <a16:creationId xmlns:a16="http://schemas.microsoft.com/office/drawing/2014/main" id="{4ED66976-D03E-BD72-96DF-0B19CD8C8707}"/>
              </a:ext>
            </a:extLst>
          </p:cNvPr>
          <p:cNvSpPr txBox="1">
            <a:spLocks/>
          </p:cNvSpPr>
          <p:nvPr/>
        </p:nvSpPr>
        <p:spPr>
          <a:xfrm>
            <a:off x="551968" y="4110848"/>
            <a:ext cx="8265065" cy="553168"/>
          </a:xfrm>
          <a:prstGeom prst="rect">
            <a:avLst/>
          </a:prstGeom>
        </p:spPr>
        <p:txBody>
          <a:bodyPr>
            <a:noAutofit/>
          </a:bodyPr>
          <a:lstStyle>
            <a:lvl1pPr marL="184150" indent="-1841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841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27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1212" indent="-1714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2662" indent="-1714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DT Flow" pitchFamily="50" charset="0"/>
              </a:rPr>
              <a:t>[Subtitle: what the audience will get]</a:t>
            </a:r>
            <a:endParaRPr lang="en-US" sz="2800" dirty="0">
              <a:solidFill>
                <a:schemeClr val="bg1"/>
              </a:solidFill>
              <a:latin typeface="DT Flow" pitchFamily="50" charset="0"/>
            </a:endParaRPr>
          </a:p>
        </p:txBody>
      </p:sp>
      <p:sp>
        <p:nvSpPr>
          <p:cNvPr id="10" name="Title 17">
            <a:extLst>
              <a:ext uri="{FF2B5EF4-FFF2-40B4-BE49-F238E27FC236}">
                <a16:creationId xmlns:a16="http://schemas.microsoft.com/office/drawing/2014/main" id="{DD996FAD-CB4B-B026-BC14-9760C1642516}"/>
              </a:ext>
            </a:extLst>
          </p:cNvPr>
          <p:cNvSpPr txBox="1">
            <a:spLocks/>
          </p:cNvSpPr>
          <p:nvPr/>
        </p:nvSpPr>
        <p:spPr>
          <a:xfrm>
            <a:off x="551967" y="2535834"/>
            <a:ext cx="6918625" cy="14499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</a:pPr>
            <a:r>
              <a:rPr lang="en-US" dirty="0">
                <a:solidFill>
                  <a:schemeClr val="bg1"/>
                </a:solidFill>
                <a:latin typeface="DT Flow Extrabold" pitchFamily="50" charset="0"/>
              </a:rPr>
              <a:t>[Presentation title]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40F5E5-4EA3-C90B-2190-F57C14172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71" y="5065882"/>
            <a:ext cx="795579" cy="1492533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9A5F23E-FA8A-3D7E-1667-20BA73B4A86A}"/>
              </a:ext>
            </a:extLst>
          </p:cNvPr>
          <p:cNvSpPr txBox="1">
            <a:spLocks/>
          </p:cNvSpPr>
          <p:nvPr/>
        </p:nvSpPr>
        <p:spPr>
          <a:xfrm>
            <a:off x="9046193" y="1848184"/>
            <a:ext cx="2908567" cy="615697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s-PE" b="1" dirty="0">
                <a:solidFill>
                  <a:schemeClr val="bg1"/>
                </a:solidFill>
                <a:latin typeface="DT Flow" pitchFamily="50" charset="0"/>
              </a:rPr>
              <a:t>Jose Romero</a:t>
            </a:r>
            <a:endParaRPr lang="en-US" b="1" dirty="0">
              <a:solidFill>
                <a:schemeClr val="bg1"/>
              </a:solidFill>
              <a:latin typeface="DT Flow" pitchFamily="50" charset="0"/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A8897A9-17F1-4AC1-83A2-20DB3E9E6E1E}"/>
              </a:ext>
            </a:extLst>
          </p:cNvPr>
          <p:cNvSpPr txBox="1">
            <a:spLocks/>
          </p:cNvSpPr>
          <p:nvPr/>
        </p:nvSpPr>
        <p:spPr>
          <a:xfrm>
            <a:off x="9044359" y="2463881"/>
            <a:ext cx="2912233" cy="492443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s-PE" sz="1400" dirty="0">
                <a:solidFill>
                  <a:schemeClr val="bg1"/>
                </a:solidFill>
                <a:latin typeface="DT Flow" pitchFamily="50" charset="0"/>
              </a:rPr>
              <a:t>ACE </a:t>
            </a:r>
            <a:r>
              <a:rPr lang="es-PE" sz="1400" dirty="0" err="1">
                <a:solidFill>
                  <a:schemeClr val="bg1"/>
                </a:solidFill>
                <a:latin typeface="DT Flow" pitchFamily="50" charset="0"/>
              </a:rPr>
              <a:t>Solutions</a:t>
            </a:r>
            <a:r>
              <a:rPr lang="es-PE" sz="1400" dirty="0">
                <a:solidFill>
                  <a:schemeClr val="bg1"/>
                </a:solidFill>
                <a:latin typeface="DT Flow" pitchFamily="50" charset="0"/>
              </a:rPr>
              <a:t> </a:t>
            </a:r>
            <a:r>
              <a:rPr lang="es-PE" sz="1400" dirty="0" err="1">
                <a:solidFill>
                  <a:schemeClr val="bg1"/>
                </a:solidFill>
                <a:latin typeface="DT Flow" pitchFamily="50" charset="0"/>
              </a:rPr>
              <a:t>Lead.Consultant</a:t>
            </a:r>
            <a:endParaRPr lang="en-US" sz="1400" dirty="0">
              <a:solidFill>
                <a:schemeClr val="bg1"/>
              </a:solidFill>
              <a:latin typeface="DT Flow" pitchFamily="50" charset="0"/>
            </a:endParaRPr>
          </a:p>
        </p:txBody>
      </p:sp>
      <p:pic>
        <p:nvPicPr>
          <p:cNvPr id="7" name="Picture 6" descr="A white and blue label with text&#10;&#10;AI-generated content may be incorrect.">
            <a:extLst>
              <a:ext uri="{FF2B5EF4-FFF2-40B4-BE49-F238E27FC236}">
                <a16:creationId xmlns:a16="http://schemas.microsoft.com/office/drawing/2014/main" id="{18A9D535-0F15-5346-2E64-59551F93F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022" y="3468994"/>
            <a:ext cx="1074889" cy="1080000"/>
          </a:xfrm>
          <a:prstGeom prst="rect">
            <a:avLst/>
          </a:prstGeom>
        </p:spPr>
      </p:pic>
      <p:pic>
        <p:nvPicPr>
          <p:cNvPr id="8" name="Picture 7" descr="A white and grey label with blue ribbon&#10;&#10;AI-generated content may be incorrect.">
            <a:extLst>
              <a:ext uri="{FF2B5EF4-FFF2-40B4-BE49-F238E27FC236}">
                <a16:creationId xmlns:a16="http://schemas.microsoft.com/office/drawing/2014/main" id="{E4C975EC-E789-5F5F-E162-E01B715860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321" y="3445765"/>
            <a:ext cx="1075335" cy="1080000"/>
          </a:xfrm>
          <a:prstGeom prst="rect">
            <a:avLst/>
          </a:prstGeom>
        </p:spPr>
      </p:pic>
      <p:pic>
        <p:nvPicPr>
          <p:cNvPr id="9" name="Picture 8" descr="A white and grey label with blue ribbon&#10;&#10;AI-generated content may be incorrect.">
            <a:extLst>
              <a:ext uri="{FF2B5EF4-FFF2-40B4-BE49-F238E27FC236}">
                <a16:creationId xmlns:a16="http://schemas.microsoft.com/office/drawing/2014/main" id="{C97B4684-2384-ED80-3ED6-655A7E8A2A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8066" y="3445765"/>
            <a:ext cx="1080000" cy="1080000"/>
          </a:xfrm>
          <a:prstGeom prst="rect">
            <a:avLst/>
          </a:prstGeom>
        </p:spPr>
      </p:pic>
      <p:pic>
        <p:nvPicPr>
          <p:cNvPr id="12" name="Picture 11" descr="A blue and white hexagon sign&#10;&#10;AI-generated content may be incorrect.">
            <a:extLst>
              <a:ext uri="{FF2B5EF4-FFF2-40B4-BE49-F238E27FC236}">
                <a16:creationId xmlns:a16="http://schemas.microsoft.com/office/drawing/2014/main" id="{89455F22-AD5D-BBF0-227F-28A1B463D8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5926" y="4709472"/>
            <a:ext cx="1081914" cy="1080000"/>
          </a:xfrm>
          <a:prstGeom prst="rect">
            <a:avLst/>
          </a:prstGeom>
        </p:spPr>
      </p:pic>
      <p:pic>
        <p:nvPicPr>
          <p:cNvPr id="13" name="Picture 12" descr="A white shield with green ribbon and a star&#10;&#10;AI-generated content may be incorrect.">
            <a:extLst>
              <a:ext uri="{FF2B5EF4-FFF2-40B4-BE49-F238E27FC236}">
                <a16:creationId xmlns:a16="http://schemas.microsoft.com/office/drawing/2014/main" id="{D8F8EF3B-F36E-1C8D-76B1-5FBCA2F8AA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352" y="4709472"/>
            <a:ext cx="1086714" cy="1080000"/>
          </a:xfrm>
          <a:prstGeom prst="rect">
            <a:avLst/>
          </a:prstGeom>
        </p:spPr>
      </p:pic>
      <p:pic>
        <p:nvPicPr>
          <p:cNvPr id="14" name="Picture 13" descr="A white shield with blue green and purple ribbons&#10;&#10;AI-generated content may be incorrect.">
            <a:extLst>
              <a:ext uri="{FF2B5EF4-FFF2-40B4-BE49-F238E27FC236}">
                <a16:creationId xmlns:a16="http://schemas.microsoft.com/office/drawing/2014/main" id="{9E30D047-FFE9-3871-0C59-E42010ADB8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2736" y="4709472"/>
            <a:ext cx="1020756" cy="108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3F02D57-3B79-EF17-3E34-4C76508E434B}"/>
              </a:ext>
            </a:extLst>
          </p:cNvPr>
          <p:cNvSpPr/>
          <p:nvPr/>
        </p:nvSpPr>
        <p:spPr>
          <a:xfrm>
            <a:off x="9042528" y="2418161"/>
            <a:ext cx="2713188" cy="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B3C528-296A-C747-A652-12015358D303}"/>
              </a:ext>
            </a:extLst>
          </p:cNvPr>
          <p:cNvSpPr/>
          <p:nvPr/>
        </p:nvSpPr>
        <p:spPr>
          <a:xfrm>
            <a:off x="7560774" y="1803534"/>
            <a:ext cx="1284541" cy="1285200"/>
          </a:xfrm>
          <a:prstGeom prst="roundRect">
            <a:avLst>
              <a:gd name="adj" fmla="val 4126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8" name="Picture Placeholder 13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64244750-8A75-301E-1A35-7E809798D65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373" b="1373"/>
          <a:stretch>
            <a:fillRect/>
          </a:stretch>
        </p:blipFill>
        <p:spPr>
          <a:xfrm>
            <a:off x="7470593" y="1679110"/>
            <a:ext cx="1284541" cy="1284541"/>
          </a:xfrm>
          <a:prstGeom prst="roundRect">
            <a:avLst>
              <a:gd name="adj" fmla="val 1919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genda">
    <p:spTree>
      <p:nvGrpSpPr>
        <p:cNvPr id="1" name=""/>
        <p:cNvGrpSpPr/>
        <p:nvPr/>
      </p:nvGrpSpPr>
      <p:grpSpPr/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A94F282-8DDA-9365-0AD2-2A8EBEC1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6CEF1-DDBD-48F2-BE7D-E8B27E68ABB0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4EB5A002-251A-7D43-0893-5EA738B62B38}"/>
              </a:ext>
            </a:extLst>
          </p:cNvPr>
          <p:cNvSpPr txBox="1"/>
          <p:nvPr/>
        </p:nvSpPr>
        <p:spPr>
          <a:xfrm>
            <a:off x="647700" y="153986"/>
            <a:ext cx="8052804" cy="1100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01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DT Flow Extrabold" pitchFamily="50" charset="0"/>
                <a:ea typeface="Poppins Ultra-Bold"/>
                <a:cs typeface="Poppins Ultra-Bold"/>
                <a:sym typeface="Poppins Ultra-Bold"/>
              </a:rPr>
              <a:t>Agenda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E5E12-7780-30EF-DD75-19088861B8F4}"/>
              </a:ext>
            </a:extLst>
          </p:cNvPr>
          <p:cNvSpPr txBox="1"/>
          <p:nvPr/>
        </p:nvSpPr>
        <p:spPr>
          <a:xfrm>
            <a:off x="647700" y="2095335"/>
            <a:ext cx="1056985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🎯 [Agenda item 1]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🎯 [Agenda item 2]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🎯 [Agenda item 3]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🎯 [Agenda item 4]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ey-messages">
    <p:spTree>
      <p:nvGrpSpPr>
        <p:cNvPr id="1" name=""/>
        <p:cNvGrpSpPr/>
        <p:nvPr/>
      </p:nvGrpSpPr>
      <p:grpSpPr/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A94F282-8DDA-9365-0AD2-2A8EBEC1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6CEF1-DDBD-48F2-BE7D-E8B27E68ABB0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4EB5A002-251A-7D43-0893-5EA738B62B38}"/>
              </a:ext>
            </a:extLst>
          </p:cNvPr>
          <p:cNvSpPr txBox="1"/>
          <p:nvPr/>
        </p:nvSpPr>
        <p:spPr>
          <a:xfrm>
            <a:off x="647700" y="153986"/>
            <a:ext cx="8052804" cy="1100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01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DT Flow Extrabold" pitchFamily="50" charset="0"/>
                <a:ea typeface="Poppins Ultra-Bold"/>
                <a:cs typeface="Poppins Ultra-Bold"/>
                <a:sym typeface="Poppins Ultra-Bold"/>
              </a:rPr>
              <a:t>[The bottom line]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E5E12-7780-30EF-DD75-19088861B8F4}"/>
              </a:ext>
            </a:extLst>
          </p:cNvPr>
          <p:cNvSpPr txBox="1"/>
          <p:nvPr/>
        </p:nvSpPr>
        <p:spPr>
          <a:xfrm>
            <a:off x="647700" y="1965960"/>
            <a:ext cx="1056985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spcAft>
                <a:spcPts val="2600"/>
              </a:spcAft>
            </a:pPr>
            <a:r>
              <a:rPr lang="en-US" sz="2600" b="1" dirty="0">
                <a:solidFill>
                  <a:schemeClr val="bg1"/>
                </a:solidFill>
              </a:rPr>
              <a:t>🎯 [Key message 1]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spcAft>
                <a:spcPts val="2600"/>
              </a:spcAft>
            </a:pPr>
            <a:r>
              <a:rPr lang="en-US" sz="2600" b="1" dirty="0">
                <a:solidFill>
                  <a:schemeClr val="bg1"/>
                </a:solidFill>
              </a:rPr>
              <a:t>🎯 [Key message 2]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spcAft>
                <a:spcPts val="2600"/>
              </a:spcAft>
            </a:pPr>
            <a:r>
              <a:rPr lang="en-US" sz="2600" b="1" dirty="0">
                <a:solidFill>
                  <a:schemeClr val="bg1"/>
                </a:solidFill>
              </a:rPr>
              <a:t>🎯 [Key message 3]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">
    <p:spTree>
      <p:nvGrpSpPr>
        <p:cNvPr id="1" name=""/>
        <p:cNvGrpSpPr/>
        <p:nvPr/>
      </p:nvGrpSpPr>
      <p:grpSpPr/>
      <p:sp>
        <p:nvSpPr>
          <p:cNvPr id="5" name="TextBox 5">
            <a:extLst>
              <a:ext uri="{FF2B5EF4-FFF2-40B4-BE49-F238E27FC236}">
                <a16:creationId xmlns:a16="http://schemas.microsoft.com/office/drawing/2014/main" id="{E5CD1C59-C537-68B9-8E2D-D66D6C508A8D}"/>
              </a:ext>
            </a:extLst>
          </p:cNvPr>
          <p:cNvSpPr txBox="1"/>
          <p:nvPr/>
        </p:nvSpPr>
        <p:spPr>
          <a:xfrm>
            <a:off x="647700" y="2497886"/>
            <a:ext cx="10959582" cy="114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01"/>
              </a:lnSpc>
              <a:spcBef>
                <a:spcPct val="0"/>
              </a:spcBef>
              <a:defRPr/>
            </a:pPr>
            <a:r>
              <a:rPr lang="en-US" sz="6600" b="1" dirty="0">
                <a:solidFill>
                  <a:srgbClr val="FFFFFF"/>
                </a:solidFill>
                <a:latin typeface="DT Flow Extrabold"/>
                <a:ea typeface="Poppins Ultra-Bold"/>
                <a:cs typeface="Poppins Ultra-Bold"/>
                <a:sym typeface="Poppins Ultra-Bold"/>
              </a:rPr>
              <a:t>[Section title]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6F1D3-E8EC-FDF4-1080-6E730DD0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16CEF1-DDBD-48F2-BE7D-E8B27E68ABB0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40F23-380F-596B-3942-A8683881C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721" y="1143000"/>
            <a:ext cx="2182557" cy="365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tatement"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A665A3-CFF7-5809-8876-23F4AFD2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216CEF1-DDBD-48F2-BE7D-E8B27E68ABB0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68537-1FDE-AA94-0040-E9277D62AA5A}"/>
              </a:ext>
            </a:extLst>
          </p:cNvPr>
          <p:cNvSpPr txBox="1"/>
          <p:nvPr/>
        </p:nvSpPr>
        <p:spPr>
          <a:xfrm>
            <a:off x="647700" y="443885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[Statement title]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0A620-E044-D24B-A1B9-C8AFB5FB7C4E}"/>
              </a:ext>
            </a:extLst>
          </p:cNvPr>
          <p:cNvSpPr txBox="1"/>
          <p:nvPr/>
        </p:nvSpPr>
        <p:spPr>
          <a:xfrm>
            <a:off x="647700" y="1832035"/>
            <a:ext cx="5890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[Supporting point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[Supporting point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[Supporting point 3]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rom-to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484632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6B7088"/>
                </a:solidFill>
                <a:latin typeface="DT Flow"/>
              </a:rPr>
              <a:t>[LEFT COLUMN LABEL]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53312"/>
            <a:ext cx="539496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7F1AFE"/>
                </a:solidFill>
                <a:latin typeface="DT Flow"/>
              </a:rPr>
              <a:t>[RIGHT COLUMN LABEL]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82496"/>
            <a:ext cx="4846320" cy="786384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54864" bIns="54864" wrap="square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7088"/>
                </a:solidFill>
                <a:latin typeface="DT Flow"/>
              </a:rPr>
              <a:t>[CONTEXT 1]</a:t>
            </a:r>
          </a:p>
          <a:p>
            <a:pPr algn="l"/>
            <a:r>
              <a:rPr sz="1600" b="0" i="1">
                <a:solidFill>
                  <a:srgbClr val="00092F"/>
                </a:solidFill>
                <a:latin typeface="DT Flow"/>
              </a:rPr>
              <a:t>“[What they said 1]”</a:t>
            </a:r>
          </a:p>
        </p:txBody>
      </p:sp>
      <p:sp>
        <p:nvSpPr>
          <p:cNvPr id="10" name="Chevron 9"/>
          <p:cNvSpPr/>
          <p:nvPr/>
        </p:nvSpPr>
        <p:spPr>
          <a:xfrm>
            <a:off x="5541264" y="1911095"/>
            <a:ext cx="310896" cy="329184"/>
          </a:xfrm>
          <a:prstGeom prst="chevron">
            <a:avLst/>
          </a:prstGeom>
          <a:gradFill rotWithShape="1">
            <a:gsLst>
              <a:gs pos="0">
                <a:srgbClr val="7F1AFE"/>
              </a:gs>
              <a:gs pos="100000">
                <a:srgbClr val="5F38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82496"/>
            <a:ext cx="539496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54864" bIns="54864" wrap="square"/>
          <a:lstStyle/>
          <a:p>
            <a:pPr algn="l"/>
            <a:r>
              <a:rPr sz="1700" b="1" i="0">
                <a:solidFill>
                  <a:srgbClr val="00092F"/>
                </a:solidFill>
                <a:latin typeface="DT Flow"/>
              </a:rPr>
              <a:t>[What we found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33472"/>
            <a:ext cx="4846320" cy="786384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54864" bIns="54864" wrap="square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7088"/>
                </a:solidFill>
                <a:latin typeface="DT Flow"/>
              </a:rPr>
              <a:t>[CONTEXT 2]</a:t>
            </a:r>
          </a:p>
          <a:p>
            <a:pPr algn="l"/>
            <a:r>
              <a:rPr sz="1600" b="0" i="1">
                <a:solidFill>
                  <a:srgbClr val="00092F"/>
                </a:solidFill>
                <a:latin typeface="DT Flow"/>
              </a:rPr>
              <a:t>“[What they said 2]”</a:t>
            </a:r>
          </a:p>
        </p:txBody>
      </p:sp>
      <p:sp>
        <p:nvSpPr>
          <p:cNvPr id="13" name="Chevron 12"/>
          <p:cNvSpPr/>
          <p:nvPr/>
        </p:nvSpPr>
        <p:spPr>
          <a:xfrm>
            <a:off x="5541264" y="2862072"/>
            <a:ext cx="310896" cy="329184"/>
          </a:xfrm>
          <a:prstGeom prst="chevron">
            <a:avLst/>
          </a:prstGeom>
          <a:gradFill rotWithShape="1">
            <a:gsLst>
              <a:gs pos="0">
                <a:srgbClr val="3D52FE"/>
              </a:gs>
              <a:gs pos="100000">
                <a:srgbClr val="1866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2633472"/>
            <a:ext cx="539496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54864" bIns="54864" wrap="square"/>
          <a:lstStyle/>
          <a:p>
            <a:pPr algn="l"/>
            <a:r>
              <a:rPr sz="1700" b="1" i="0">
                <a:solidFill>
                  <a:srgbClr val="00092F"/>
                </a:solidFill>
                <a:latin typeface="DT Flow"/>
              </a:rPr>
              <a:t>[What we found 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84448"/>
            <a:ext cx="4846320" cy="786384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54864" bIns="54864" wrap="square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7088"/>
                </a:solidFill>
                <a:latin typeface="DT Flow"/>
              </a:rPr>
              <a:t>[CONTEXT 3]</a:t>
            </a:r>
          </a:p>
          <a:p>
            <a:pPr algn="l"/>
            <a:r>
              <a:rPr sz="1600" b="0" i="1">
                <a:solidFill>
                  <a:srgbClr val="00092F"/>
                </a:solidFill>
                <a:latin typeface="DT Flow"/>
              </a:rPr>
              <a:t>“[What they said 3]”</a:t>
            </a:r>
          </a:p>
        </p:txBody>
      </p:sp>
      <p:sp>
        <p:nvSpPr>
          <p:cNvPr id="16" name="Chevron 15"/>
          <p:cNvSpPr/>
          <p:nvPr/>
        </p:nvSpPr>
        <p:spPr>
          <a:xfrm>
            <a:off x="5541264" y="3813048"/>
            <a:ext cx="310896" cy="329184"/>
          </a:xfrm>
          <a:prstGeom prst="chevron">
            <a:avLst/>
          </a:prstGeom>
          <a:gradFill rotWithShape="1">
            <a:gsLst>
              <a:gs pos="0">
                <a:srgbClr val="0E8FE6"/>
              </a:gs>
              <a:gs pos="100000">
                <a:srgbClr val="05B9B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584448"/>
            <a:ext cx="539496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54864" bIns="54864" wrap="square"/>
          <a:lstStyle/>
          <a:p>
            <a:pPr algn="l"/>
            <a:r>
              <a:rPr sz="1700" b="1" i="0">
                <a:solidFill>
                  <a:srgbClr val="00092F"/>
                </a:solidFill>
                <a:latin typeface="DT Flow"/>
              </a:rPr>
              <a:t>[What we found 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35424"/>
            <a:ext cx="4846320" cy="786384"/>
          </a:xfrm>
          <a:prstGeom prst="roundRect">
            <a:avLst>
              <a:gd name="adj" fmla="val 14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54864" bIns="54864" wrap="square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B7088"/>
                </a:solidFill>
                <a:latin typeface="DT Flow"/>
              </a:rPr>
              <a:t>[CONTEXT 4]</a:t>
            </a:r>
          </a:p>
          <a:p>
            <a:pPr algn="l"/>
            <a:r>
              <a:rPr sz="1600" b="0" i="1">
                <a:solidFill>
                  <a:srgbClr val="00092F"/>
                </a:solidFill>
                <a:latin typeface="DT Flow"/>
              </a:rPr>
              <a:t>“[What they said 4]”</a:t>
            </a:r>
          </a:p>
        </p:txBody>
      </p:sp>
      <p:sp>
        <p:nvSpPr>
          <p:cNvPr id="19" name="Chevron 18"/>
          <p:cNvSpPr/>
          <p:nvPr/>
        </p:nvSpPr>
        <p:spPr>
          <a:xfrm>
            <a:off x="5541264" y="4764024"/>
            <a:ext cx="310896" cy="329184"/>
          </a:xfrm>
          <a:prstGeom prst="chevron">
            <a:avLst/>
          </a:prstGeom>
          <a:gradFill rotWithShape="1">
            <a:gsLst>
              <a:gs pos="0">
                <a:srgbClr val="03C69F"/>
              </a:gs>
              <a:gs pos="100000">
                <a:srgbClr val="01D3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535424"/>
            <a:ext cx="539496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82880" tIns="54864" bIns="54864" wrap="square"/>
          <a:lstStyle/>
          <a:p>
            <a:pPr algn="l"/>
            <a:r>
              <a:rPr sz="1700" b="1" i="0">
                <a:solidFill>
                  <a:srgbClr val="00092F"/>
                </a:solidFill>
                <a:latin typeface="DT Flow"/>
              </a:rPr>
              <a:t>[What we found 4]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41264"/>
            <a:ext cx="11311128" cy="60350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7F1AFE"/>
              </a:gs>
              <a:gs pos="100000">
                <a:srgbClr val="1866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DT Flow"/>
              </a:rPr>
              <a:t>[Takeaway banner: the one idea to remember]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iagram-banner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pic>
        <p:nvPicPr>
          <p:cNvPr id="7" name="diagram" descr="Example diagram: replace it with the spec images f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1" y="1556497"/>
            <a:ext cx="11365990" cy="35621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41264"/>
            <a:ext cx="11311128" cy="603504"/>
          </a:xfrm>
          <a:prstGeom prst="roundRect">
            <a:avLst>
              <a:gd name="adj" fmla="val 25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7F1AFE"/>
                </a:solidFill>
                <a:latin typeface="DT Flow"/>
              </a:rPr>
              <a:t>[Banner lead-in]: </a:t>
            </a:r>
            <a:r>
              <a:rPr sz="1600" b="0" i="0">
                <a:solidFill>
                  <a:srgbClr val="00092F"/>
                </a:solidFill>
                <a:latin typeface="DT Flow"/>
              </a:rPr>
              <a:t>[Banner message]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iagram-principles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pic>
        <p:nvPicPr>
          <p:cNvPr id="7" name="diagram" descr="Example diagram: replace it with the spec images f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1" y="1709279"/>
            <a:ext cx="11365990" cy="3302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596128"/>
            <a:ext cx="361188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500" b="1" i="0">
                <a:solidFill>
                  <a:srgbClr val="7F1AFE"/>
                </a:solidFill>
                <a:latin typeface="DT Flow"/>
              </a:rPr>
              <a:t>[Principle 1]: </a:t>
            </a:r>
            <a:r>
              <a:rPr sz="1500" b="0" i="0">
                <a:solidFill>
                  <a:srgbClr val="00092F"/>
                </a:solidFill>
                <a:latin typeface="DT Flow"/>
              </a:rPr>
              <a:t>[What principle 1 means]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9392" y="5596128"/>
            <a:ext cx="361188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500" b="1" i="0">
                <a:solidFill>
                  <a:srgbClr val="1866FE"/>
                </a:solidFill>
                <a:latin typeface="DT Flow"/>
              </a:rPr>
              <a:t>[Principle 2]: </a:t>
            </a:r>
            <a:r>
              <a:rPr sz="1500" b="0" i="0">
                <a:solidFill>
                  <a:srgbClr val="00092F"/>
                </a:solidFill>
                <a:latin typeface="DT Flow"/>
              </a:rPr>
              <a:t>[What principle 2 means]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583" y="5596128"/>
            <a:ext cx="3611880" cy="5486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500" b="1" i="0">
                <a:solidFill>
                  <a:srgbClr val="00936A"/>
                </a:solidFill>
                <a:latin typeface="DT Flow"/>
              </a:rPr>
              <a:t>[Principle 3]: </a:t>
            </a:r>
            <a:r>
              <a:rPr sz="1500" b="0" i="0">
                <a:solidFill>
                  <a:srgbClr val="00092F"/>
                </a:solidFill>
                <a:latin typeface="DT Flow"/>
              </a:rPr>
              <a:t>[What principle 3 means]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rds-steps">
    <p:spTree>
      <p:nvGrpSpPr>
        <p:cNvPr id="1" name=""/>
        <p:cNvGrpSpPr/>
        <p:nvPr/>
      </p:nvGrpSpPr>
      <p:grpSpPr/>
      <p:sp>
        <p:nvSpPr>
          <p:cNvPr id="29" name="Title 44">
            <a:extLst>
              <a:ext uri="{FF2B5EF4-FFF2-40B4-BE49-F238E27FC236}">
                <a16:creationId xmlns:a16="http://schemas.microsoft.com/office/drawing/2014/main" id="{1D5A3CE6-D123-899C-F8FC-337B758A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>
            <a:normAutofit fontScale="90000"/>
          </a:bodyPr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F87EC-16FC-A4D9-20C0-DC58F796CA1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A11EA-BCDE-2C2D-1758-642C74249C4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0FB630F4-35D8-E07F-0C0C-8F69112F0A44}"/>
              </a:ext>
            </a:extLst>
          </p:cNvPr>
          <p:cNvSpPr/>
          <p:nvPr/>
        </p:nvSpPr>
        <p:spPr>
          <a:xfrm>
            <a:off x="457200" y="3639312"/>
            <a:ext cx="2697480" cy="457200"/>
          </a:xfrm>
          <a:prstGeom prst="chevron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PE" sz="1700" b="1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[Step 1]</a:t>
            </a:r>
            <a:endParaRPr kumimoji="0" lang="es-PE" sz="900" b="1" u="none" strike="noStrike" kern="1200" cap="none" spc="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818B55A6-7E55-B0FA-B975-622F744EBE78}"/>
              </a:ext>
            </a:extLst>
          </p:cNvPr>
          <p:cNvSpPr/>
          <p:nvPr/>
        </p:nvSpPr>
        <p:spPr>
          <a:xfrm>
            <a:off x="3346704" y="3639312"/>
            <a:ext cx="2697480" cy="457200"/>
          </a:xfrm>
          <a:prstGeom prst="chevron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7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[Step 2]</a:t>
            </a:r>
            <a:endParaRPr kumimoji="0" lang="es-PE" sz="600" b="1" i="0" u="none" strike="noStrike" kern="1200" cap="none" spc="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81DE8FC4-E3B8-430E-BE83-F742B3839A5F}"/>
              </a:ext>
            </a:extLst>
          </p:cNvPr>
          <p:cNvSpPr/>
          <p:nvPr/>
        </p:nvSpPr>
        <p:spPr>
          <a:xfrm>
            <a:off x="6236208" y="3639312"/>
            <a:ext cx="2697480" cy="457200"/>
          </a:xfrm>
          <a:prstGeom prst="chevron">
            <a:avLst/>
          </a:prstGeom>
          <a:gradFill flip="none" rotWithShape="1">
            <a:gsLst>
              <a:gs pos="0">
                <a:srgbClr val="00C6C9">
                  <a:shade val="30000"/>
                  <a:satMod val="115000"/>
                </a:srgbClr>
              </a:gs>
              <a:gs pos="50000">
                <a:srgbClr val="00C6C9">
                  <a:shade val="67500"/>
                  <a:satMod val="115000"/>
                </a:srgbClr>
              </a:gs>
              <a:gs pos="100000">
                <a:srgbClr val="00C6C9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7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[Step 3]</a:t>
            </a:r>
            <a:endParaRPr kumimoji="0" lang="es-PE" sz="600" b="1" i="0" u="none" strike="noStrike" kern="1200" cap="none" spc="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84" name="Arrow: Chevron 83">
            <a:extLst>
              <a:ext uri="{FF2B5EF4-FFF2-40B4-BE49-F238E27FC236}">
                <a16:creationId xmlns:a16="http://schemas.microsoft.com/office/drawing/2014/main" id="{558158B5-996C-B535-9DE7-DDA8370F8F27}"/>
              </a:ext>
            </a:extLst>
          </p:cNvPr>
          <p:cNvSpPr/>
          <p:nvPr/>
        </p:nvSpPr>
        <p:spPr>
          <a:xfrm>
            <a:off x="9125712" y="3639312"/>
            <a:ext cx="2697480" cy="457200"/>
          </a:xfrm>
          <a:prstGeom prst="chevron">
            <a:avLst/>
          </a:prstGeom>
          <a:gradFill rotWithShape="1">
            <a:gsLst>
              <a:gs pos="0">
                <a:srgbClr val="01D393"/>
              </a:gs>
              <a:gs pos="100000">
                <a:srgbClr val="00936A"/>
              </a:gs>
            </a:gsLst>
            <a:lin ang="0" scaled="1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7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[Step 4]</a:t>
            </a:r>
            <a:endParaRPr kumimoji="0" lang="es-PE" sz="600" b="1" i="0" u="none" strike="noStrike" kern="1200" cap="none" spc="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57200" y="1353312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7F1AFE"/>
                </a:solidFill>
                <a:latin typeface="DT Flow"/>
              </a:rPr>
              <a:t>[TOP SECTION LABEL]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1682496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82880" bIns="109728" wrap="square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5F38FE"/>
                </a:solidFill>
                <a:latin typeface="DT Flow"/>
              </a:rPr>
              <a:t>[Card 1 title]</a:t>
            </a:r>
          </a:p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[Card 1 text]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46704" y="1682496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82880" bIns="109728" wrap="square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866FE"/>
                </a:solidFill>
                <a:latin typeface="DT Flow"/>
              </a:rPr>
              <a:t>[Card 2 title]</a:t>
            </a:r>
          </a:p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[Card 2 text]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36208" y="1682496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82880" bIns="109728" wrap="square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5B9B4"/>
                </a:solidFill>
                <a:latin typeface="DT Flow"/>
              </a:rPr>
              <a:t>[Card 3 title]</a:t>
            </a:r>
          </a:p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[Card 3 text]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25712" y="1682496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82880" bIns="109728" wrap="square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936A"/>
                </a:solidFill>
                <a:latin typeface="DT Flow"/>
              </a:rPr>
              <a:t>[Card 4 title]</a:t>
            </a:r>
          </a:p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[Card 4 text]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3310128"/>
            <a:ext cx="73152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00936A"/>
                </a:solidFill>
                <a:latin typeface="DT Flow"/>
              </a:rPr>
              <a:t>[BOTTOM SECTION LABEL]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4224528"/>
            <a:ext cx="269748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sz="1700" b="1" i="0">
                <a:solidFill>
                  <a:srgbClr val="7F1AFE"/>
                </a:solidFill>
                <a:latin typeface="DT Flow"/>
              </a:rPr>
              <a:t>[Step 1 meaning]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46704" y="4224528"/>
            <a:ext cx="269748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sz="1700" b="1" i="0">
                <a:solidFill>
                  <a:srgbClr val="1866FE"/>
                </a:solidFill>
                <a:latin typeface="DT Flow"/>
              </a:rPr>
              <a:t>[Step 2 meaning]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36208" y="4224528"/>
            <a:ext cx="269748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sz="1700" b="1" i="0">
                <a:solidFill>
                  <a:srgbClr val="0796A8"/>
                </a:solidFill>
                <a:latin typeface="DT Flow"/>
              </a:rPr>
              <a:t>[Step 3 meaning]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25712" y="4224528"/>
            <a:ext cx="269748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sz="1700" b="1" i="0">
                <a:solidFill>
                  <a:srgbClr val="00936A"/>
                </a:solidFill>
                <a:latin typeface="DT Flow"/>
              </a:rPr>
              <a:t>[Step 4 meaning]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4937760"/>
            <a:ext cx="11311128" cy="914400"/>
          </a:xfrm>
          <a:prstGeom prst="roundRect">
            <a:avLst>
              <a:gd name="adj" fmla="val 2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wrap="square"/>
          <a:lstStyle/>
          <a:p>
            <a:pPr algn="ctr"/>
            <a:r>
              <a:rPr sz="1600" b="0" i="0">
                <a:solidFill>
                  <a:srgbClr val="00092F"/>
                </a:solidFill>
                <a:latin typeface="DT Flow"/>
              </a:rPr>
              <a:t>[Banner start] </a:t>
            </a:r>
            <a:r>
              <a:rPr sz="1600" b="1" i="0">
                <a:solidFill>
                  <a:srgbClr val="7F1AFE"/>
                </a:solidFill>
                <a:latin typeface="DT Flow"/>
              </a:rPr>
              <a:t>[highlighted phrase]</a:t>
            </a:r>
            <a:r>
              <a:rPr sz="1600" b="0" i="0">
                <a:solidFill>
                  <a:srgbClr val="00092F"/>
                </a:solidFill>
                <a:latin typeface="DT Flow"/>
              </a:rPr>
              <a:t> [banner end]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se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7F1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DT Flow"/>
              </a:rPr>
              <a:t>[QUOTE LABEL]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44168"/>
            <a:ext cx="9692640" cy="32918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600" b="0" i="1">
                <a:solidFill>
                  <a:srgbClr val="6B7088"/>
                </a:solidFill>
                <a:latin typeface="DT Flow"/>
              </a:rPr>
              <a:t>“[What the customer said, in their words]”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7432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7F1AFE"/>
                </a:solidFill>
                <a:latin typeface="DT Flow"/>
              </a:rPr>
              <a:t>[KPI COLUMN LABEL]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1866FE"/>
                </a:solidFill>
                <a:latin typeface="DT Flow"/>
              </a:rPr>
              <a:t>[DIAGRAM LABEL]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47472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00936A"/>
                </a:solidFill>
                <a:latin typeface="DT Flow"/>
              </a:rPr>
              <a:t>[ACTIONS LABEL]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274320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00092F"/>
                </a:solidFill>
                <a:latin typeface="DT Flow Extrabold"/>
              </a:rPr>
              <a:t>[KPI 1]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[KPI 1 meaning]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274320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00092F"/>
                </a:solidFill>
                <a:latin typeface="DT Flow Extrabold"/>
              </a:rPr>
              <a:t>[KPI 2]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[KPI 2 meaning]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2743200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00092F"/>
                </a:solidFill>
                <a:latin typeface="DT Flow Extrabold"/>
              </a:rPr>
              <a:t>[KPI 3]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[KPI 3 meaning]</a:t>
            </a:r>
          </a:p>
        </p:txBody>
      </p:sp>
      <p:pic>
        <p:nvPicPr>
          <p:cNvPr id="15" name="diagram" descr="Example diagram: replace it with the spec images f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736" y="2240280"/>
            <a:ext cx="4098526" cy="39319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75320" y="230428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86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DT Flow"/>
              </a:rPr>
              <a:t>[Tag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2286000"/>
            <a:ext cx="23774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[Action 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090672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079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DT Flow"/>
              </a:rPr>
              <a:t>[Tag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3072384"/>
            <a:ext cx="23774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[Action 2]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877055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009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DT Flow"/>
              </a:rPr>
              <a:t>[Tag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3858768"/>
            <a:ext cx="237744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400" b="0" i="0">
                <a:solidFill>
                  <a:srgbClr val="00092F"/>
                </a:solidFill>
                <a:latin typeface="DT Flow"/>
              </a:rPr>
              <a:t>[Action 3]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64608"/>
            <a:ext cx="3493008" cy="128016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F1AFE"/>
              </a:gs>
              <a:gs pos="100000">
                <a:srgbClr val="1866FE"/>
              </a:gs>
            </a:gsLst>
            <a:lin scaled="0" ang="0"/>
          </a:gradFill>
          <a:ln>
            <a:noFill/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91440" bIns="91440"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DT Flow"/>
              </a:rPr>
              <a:t>[Callout: the lesson in one sentence]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-panels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024128"/>
            <a:ext cx="5541264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07008"/>
            <a:ext cx="5138927" cy="4572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F1AFE"/>
              </a:gs>
              <a:gs pos="100000">
                <a:srgbClr val="3D52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0" bIns="0"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DT Flow"/>
              </a:rPr>
              <a:t>[Panel A title]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84064" cy="329184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500" b="0" i="1">
                <a:solidFill>
                  <a:srgbClr val="6B7088"/>
                </a:solidFill>
                <a:latin typeface="DT Flow"/>
              </a:rPr>
              <a:t>“[Panel A quote]”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627632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3400" b="0" i="0">
                <a:solidFill>
                  <a:srgbClr val="7F1AFE"/>
                </a:solidFill>
                <a:latin typeface="DT Flow Extrabold"/>
              </a:rPr>
              <a:t>[A-1]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[A-1 meaning]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286000"/>
            <a:ext cx="1627632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3400" b="0" i="0">
                <a:solidFill>
                  <a:srgbClr val="00092F"/>
                </a:solidFill>
                <a:latin typeface="DT Flow Extrabold"/>
              </a:rPr>
              <a:t>[A-2]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[A-2 meaning]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4" y="2286000"/>
            <a:ext cx="1627632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3400" b="0" i="0">
                <a:solidFill>
                  <a:srgbClr val="3D52FE"/>
                </a:solidFill>
                <a:latin typeface="DT Flow Extrabold"/>
              </a:rPr>
              <a:t>[A-3]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[A-3 meaning]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84448"/>
            <a:ext cx="27432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00936A"/>
                </a:solidFill>
                <a:latin typeface="DT Flow"/>
              </a:rPr>
              <a:t>[A LABEL]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77056"/>
            <a:ext cx="5084064" cy="10058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600" b="0" i="0">
                <a:solidFill>
                  <a:srgbClr val="00092F"/>
                </a:solidFill>
                <a:latin typeface="DT Flow"/>
              </a:rPr>
              <a:t>[Panel A recommendation]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029200"/>
            <a:ext cx="5138927" cy="1005840"/>
          </a:xfrm>
          <a:prstGeom prst="roundRect">
            <a:avLst>
              <a:gd name="adj" fmla="val 12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54864" bIns="54864" wrap="square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7088"/>
                </a:solidFill>
                <a:latin typeface="DT Flow"/>
              </a:rPr>
              <a:t>[A BOX LABEL]</a:t>
            </a:r>
          </a:p>
          <a:p>
            <a:pPr algn="l"/>
            <a:r>
              <a:rPr sz="1500" b="1" i="0">
                <a:solidFill>
                  <a:srgbClr val="00092F"/>
                </a:solidFill>
                <a:latin typeface="DT Flow"/>
              </a:rPr>
              <a:t>[Panel A expected outcome]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024128"/>
            <a:ext cx="5541264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5" y="1207008"/>
            <a:ext cx="5138927" cy="4572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E8FE6"/>
              </a:gs>
              <a:gs pos="100000">
                <a:srgbClr val="01D3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0" bIns="0"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DT Flow"/>
              </a:rPr>
              <a:t>[Panel B title]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783080"/>
            <a:ext cx="5084064" cy="329184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500" b="0" i="1">
                <a:solidFill>
                  <a:srgbClr val="6B7088"/>
                </a:solidFill>
                <a:latin typeface="DT Flow"/>
              </a:rPr>
              <a:t>“[Panel B quote]”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286000"/>
            <a:ext cx="1627632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3400" b="0" i="0">
                <a:solidFill>
                  <a:srgbClr val="0E8FE6"/>
                </a:solidFill>
                <a:latin typeface="DT Flow Extrabold"/>
              </a:rPr>
              <a:t>[B-1]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[B-1 meaning]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286000"/>
            <a:ext cx="1627632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3400" b="0" i="0">
                <a:solidFill>
                  <a:srgbClr val="00092F"/>
                </a:solidFill>
                <a:latin typeface="DT Flow Extrabold"/>
              </a:rPr>
              <a:t>[B-2]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[B-2 meaning]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2286000"/>
            <a:ext cx="1627632" cy="1097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3400" b="0" i="0">
                <a:solidFill>
                  <a:srgbClr val="01D393"/>
                </a:solidFill>
                <a:latin typeface="DT Flow Extrabold"/>
              </a:rPr>
              <a:t>[B-3]</a:t>
            </a:r>
          </a:p>
          <a:p>
            <a:pPr algn="l"/>
            <a:r>
              <a:rPr sz="1300" b="0" i="0">
                <a:solidFill>
                  <a:srgbClr val="6B7088"/>
                </a:solidFill>
                <a:latin typeface="DT Flow"/>
              </a:rPr>
              <a:t>[B-3 meaning]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84448"/>
            <a:ext cx="27432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100" b="1" i="0">
                <a:solidFill>
                  <a:srgbClr val="00936A"/>
                </a:solidFill>
                <a:latin typeface="DT Flow"/>
              </a:rPr>
              <a:t>[B LABEL]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877056"/>
            <a:ext cx="5084064" cy="10058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600" b="0" i="0">
                <a:solidFill>
                  <a:srgbClr val="00092F"/>
                </a:solidFill>
                <a:latin typeface="DT Flow"/>
              </a:rPr>
              <a:t>[Panel B recommendation]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91655" y="5029200"/>
            <a:ext cx="5138927" cy="1005840"/>
          </a:xfrm>
          <a:prstGeom prst="roundRect">
            <a:avLst>
              <a:gd name="adj" fmla="val 12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54864" bIns="54864" wrap="square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7088"/>
                </a:solidFill>
                <a:latin typeface="DT Flow"/>
              </a:rPr>
              <a:t>[B BOX LABEL]</a:t>
            </a:r>
          </a:p>
          <a:p>
            <a:pPr algn="l"/>
            <a:r>
              <a:rPr sz="1500" b="1" i="0">
                <a:solidFill>
                  <a:srgbClr val="00092F"/>
                </a:solidFill>
                <a:latin typeface="DT Flow"/>
              </a:rPr>
              <a:t>[Panel B expected outcome]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pis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23317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4800" b="0" i="0">
                <a:solidFill>
                  <a:srgbClr val="5F38FE"/>
                </a:solidFill>
                <a:latin typeface="DT Flow Extrabold"/>
              </a:rPr>
              <a:t>[KPI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233172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600" b="1" i="0">
                <a:solidFill>
                  <a:srgbClr val="00092F"/>
                </a:solidFill>
                <a:latin typeface="DT Flow"/>
              </a:rPr>
              <a:t>[KPI 1 meaning]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74720"/>
            <a:ext cx="233172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000" b="1" i="0">
                <a:solidFill>
                  <a:srgbClr val="6B7088"/>
                </a:solidFill>
                <a:latin typeface="DT Flow"/>
              </a:rPr>
              <a:t>[KPI 1 SOURCE]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37160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36192"/>
            <a:ext cx="23317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4800" b="0" i="0">
                <a:solidFill>
                  <a:srgbClr val="1866FE"/>
                </a:solidFill>
                <a:latin typeface="DT Flow Extrabold"/>
              </a:rPr>
              <a:t>[KPI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487168"/>
            <a:ext cx="233172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600" b="1" i="0">
                <a:solidFill>
                  <a:srgbClr val="00092F"/>
                </a:solidFill>
                <a:latin typeface="DT Flow"/>
              </a:rPr>
              <a:t>[KPI 2 meaning]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474720"/>
            <a:ext cx="233172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000" b="1" i="0">
                <a:solidFill>
                  <a:srgbClr val="6B7088"/>
                </a:solidFill>
                <a:latin typeface="DT Flow"/>
              </a:rPr>
              <a:t>[KPI 2 SOURCE]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37160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536192"/>
            <a:ext cx="23317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4800" b="0" i="0">
                <a:solidFill>
                  <a:srgbClr val="05B9B4"/>
                </a:solidFill>
                <a:latin typeface="DT Flow Extrabold"/>
              </a:rPr>
              <a:t>[KPI 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87168"/>
            <a:ext cx="233172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600" b="1" i="0">
                <a:solidFill>
                  <a:srgbClr val="00092F"/>
                </a:solidFill>
                <a:latin typeface="DT Flow"/>
              </a:rPr>
              <a:t>[KPI 3 meaning]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474720"/>
            <a:ext cx="233172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000" b="1" i="0">
                <a:solidFill>
                  <a:srgbClr val="6B7088"/>
                </a:solidFill>
                <a:latin typeface="DT Flow"/>
              </a:rPr>
              <a:t>[KPI 3 SOURCE]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1371600"/>
            <a:ext cx="269748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536192"/>
            <a:ext cx="233172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4800" b="0" i="0">
                <a:solidFill>
                  <a:srgbClr val="01D393"/>
                </a:solidFill>
                <a:latin typeface="DT Flow Extrabold"/>
              </a:rPr>
              <a:t>[KPI 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487168"/>
            <a:ext cx="233172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600" b="1" i="0">
                <a:solidFill>
                  <a:srgbClr val="00092F"/>
                </a:solidFill>
                <a:latin typeface="DT Flow"/>
              </a:rPr>
              <a:t>[KPI 4 meaning]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74720"/>
            <a:ext cx="233172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1000" b="1" i="0">
                <a:solidFill>
                  <a:srgbClr val="6B7088"/>
                </a:solidFill>
                <a:latin typeface="DT Flow"/>
              </a:rPr>
              <a:t>[KPI 4 SOURCE]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718304"/>
            <a:ext cx="475488" cy="475488"/>
          </a:xfrm>
          <a:prstGeom prst="ellipse">
            <a:avLst/>
          </a:prstGeom>
          <a:gradFill rotWithShape="1">
            <a:gsLst>
              <a:gs pos="0">
                <a:srgbClr val="7F1AFE"/>
              </a:gs>
              <a:gs pos="100000">
                <a:srgbClr val="5F38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663440"/>
            <a:ext cx="3108960" cy="12801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92F"/>
                </a:solidFill>
                <a:latin typeface="DT Flow"/>
              </a:rPr>
              <a:t>[Benefit 1 title]</a:t>
            </a:r>
          </a:p>
          <a:p>
            <a:pPr algn="l"/>
            <a:r>
              <a:rPr sz="1500" b="0" i="0">
                <a:solidFill>
                  <a:srgbClr val="00092F"/>
                </a:solidFill>
                <a:latin typeface="DT Flow"/>
              </a:rPr>
              <a:t>[Benefit 1 text]</a:t>
            </a:r>
          </a:p>
        </p:txBody>
      </p:sp>
      <p:sp>
        <p:nvSpPr>
          <p:cNvPr id="25" name="Oval 24"/>
          <p:cNvSpPr/>
          <p:nvPr/>
        </p:nvSpPr>
        <p:spPr>
          <a:xfrm>
            <a:off x="4279392" y="4718304"/>
            <a:ext cx="475488" cy="475488"/>
          </a:xfrm>
          <a:prstGeom prst="ellipse">
            <a:avLst/>
          </a:prstGeom>
          <a:gradFill rotWithShape="1">
            <a:gsLst>
              <a:gs pos="0">
                <a:srgbClr val="3D52FE"/>
              </a:gs>
              <a:gs pos="100000">
                <a:srgbClr val="1866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3" y="4663440"/>
            <a:ext cx="3108960" cy="12801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92F"/>
                </a:solidFill>
                <a:latin typeface="DT Flow"/>
              </a:rPr>
              <a:t>[Benefit 2 title]</a:t>
            </a:r>
          </a:p>
          <a:p>
            <a:pPr algn="l"/>
            <a:r>
              <a:rPr sz="1500" b="0" i="0">
                <a:solidFill>
                  <a:srgbClr val="00092F"/>
                </a:solidFill>
                <a:latin typeface="DT Flow"/>
              </a:rPr>
              <a:t>[Benefit 2 text]</a:t>
            </a:r>
          </a:p>
        </p:txBody>
      </p:sp>
      <p:sp>
        <p:nvSpPr>
          <p:cNvPr id="27" name="Oval 26"/>
          <p:cNvSpPr/>
          <p:nvPr/>
        </p:nvSpPr>
        <p:spPr>
          <a:xfrm>
            <a:off x="8101583" y="4718304"/>
            <a:ext cx="475488" cy="475488"/>
          </a:xfrm>
          <a:prstGeom prst="ellipse">
            <a:avLst/>
          </a:prstGeom>
          <a:gradFill rotWithShape="1">
            <a:gsLst>
              <a:gs pos="0">
                <a:srgbClr val="03C69F"/>
              </a:gs>
              <a:gs pos="100000">
                <a:srgbClr val="01D3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4663440"/>
            <a:ext cx="3108960" cy="12801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92F"/>
                </a:solidFill>
                <a:latin typeface="DT Flow"/>
              </a:rPr>
              <a:t>[Benefit 3 title]</a:t>
            </a:r>
          </a:p>
          <a:p>
            <a:pPr algn="l"/>
            <a:r>
              <a:rPr sz="1500" b="0" i="0">
                <a:solidFill>
                  <a:srgbClr val="00092F"/>
                </a:solidFill>
                <a:latin typeface="DT Flow"/>
              </a:rPr>
              <a:t>[Benefit 3 text]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oadmap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22960" y="1719072"/>
            <a:ext cx="10607040" cy="45720"/>
          </a:xfrm>
          <a:prstGeom prst="rect">
            <a:avLst/>
          </a:prstGeom>
          <a:gradFill rotWithShape="1">
            <a:gsLst>
              <a:gs pos="0">
                <a:srgbClr val="7F1AFE"/>
              </a:gs>
              <a:gs pos="100000">
                <a:srgbClr val="01D3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gradFill rotWithShape="1">
            <a:gsLst>
              <a:gs pos="0">
                <a:srgbClr val="7F1AFE"/>
              </a:gs>
              <a:gs pos="100000">
                <a:srgbClr val="5F38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269748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201168" bIns="137160" wrap="square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5F38FE"/>
                </a:solidFill>
                <a:latin typeface="DT Flow"/>
              </a:rPr>
              <a:t>[Step 1 name]</a:t>
            </a:r>
          </a:p>
          <a:p>
            <a:pPr algn="l"/>
            <a:r>
              <a:rPr sz="1600" b="0" i="0">
                <a:solidFill>
                  <a:srgbClr val="00092F"/>
                </a:solidFill>
                <a:latin typeface="DT Flow"/>
              </a:rPr>
              <a:t>[Step 1 description]</a:t>
            </a:r>
          </a:p>
        </p:txBody>
      </p:sp>
      <p:sp>
        <p:nvSpPr>
          <p:cNvPr id="10" name="Oval 9"/>
          <p:cNvSpPr/>
          <p:nvPr/>
        </p:nvSpPr>
        <p:spPr>
          <a:xfrm>
            <a:off x="3529584" y="1463040"/>
            <a:ext cx="566928" cy="566928"/>
          </a:xfrm>
          <a:prstGeom prst="ellipse">
            <a:avLst/>
          </a:prstGeom>
          <a:gradFill rotWithShape="1">
            <a:gsLst>
              <a:gs pos="0">
                <a:srgbClr val="3D52FE"/>
              </a:gs>
              <a:gs pos="100000">
                <a:srgbClr val="1866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2240280"/>
            <a:ext cx="269748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201168" bIns="137160" wrap="square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866FE"/>
                </a:solidFill>
                <a:latin typeface="DT Flow"/>
              </a:rPr>
              <a:t>[Step 2 name]</a:t>
            </a:r>
          </a:p>
          <a:p>
            <a:pPr algn="l"/>
            <a:r>
              <a:rPr sz="1600" b="0" i="0">
                <a:solidFill>
                  <a:srgbClr val="00092F"/>
                </a:solidFill>
                <a:latin typeface="DT Flow"/>
              </a:rPr>
              <a:t>[Step 2 description]</a:t>
            </a:r>
          </a:p>
        </p:txBody>
      </p:sp>
      <p:sp>
        <p:nvSpPr>
          <p:cNvPr id="12" name="Oval 11"/>
          <p:cNvSpPr/>
          <p:nvPr/>
        </p:nvSpPr>
        <p:spPr>
          <a:xfrm>
            <a:off x="6419088" y="1463040"/>
            <a:ext cx="566928" cy="566928"/>
          </a:xfrm>
          <a:prstGeom prst="ellipse">
            <a:avLst/>
          </a:prstGeom>
          <a:gradFill rotWithShape="1">
            <a:gsLst>
              <a:gs pos="0">
                <a:srgbClr val="0E8FE6"/>
              </a:gs>
              <a:gs pos="100000">
                <a:srgbClr val="05B9B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40280"/>
            <a:ext cx="269748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201168" bIns="137160" wrap="square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5B9B4"/>
                </a:solidFill>
                <a:latin typeface="DT Flow"/>
              </a:rPr>
              <a:t>[Step 3 name]</a:t>
            </a:r>
          </a:p>
          <a:p>
            <a:pPr algn="l"/>
            <a:r>
              <a:rPr sz="1600" b="0" i="0">
                <a:solidFill>
                  <a:srgbClr val="00092F"/>
                </a:solidFill>
                <a:latin typeface="DT Flow"/>
              </a:rPr>
              <a:t>[Step 3 description]</a:t>
            </a:r>
          </a:p>
        </p:txBody>
      </p:sp>
      <p:sp>
        <p:nvSpPr>
          <p:cNvPr id="14" name="Oval 13"/>
          <p:cNvSpPr/>
          <p:nvPr/>
        </p:nvSpPr>
        <p:spPr>
          <a:xfrm>
            <a:off x="9308592" y="1463040"/>
            <a:ext cx="566928" cy="566928"/>
          </a:xfrm>
          <a:prstGeom prst="ellipse">
            <a:avLst/>
          </a:prstGeom>
          <a:gradFill rotWithShape="1">
            <a:gsLst>
              <a:gs pos="0">
                <a:srgbClr val="03C69F"/>
              </a:gs>
              <a:gs pos="100000">
                <a:srgbClr val="01D3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DT Flow Extrabold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5712" y="2240280"/>
            <a:ext cx="269748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1EC"/>
            </a:solidFill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201168" bIns="137160" wrap="square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1D393"/>
                </a:solidFill>
                <a:latin typeface="DT Flow"/>
              </a:rPr>
              <a:t>[Step 4 name]</a:t>
            </a:r>
          </a:p>
          <a:p>
            <a:pPr algn="l"/>
            <a:r>
              <a:rPr sz="1600" b="0" i="0">
                <a:solidFill>
                  <a:srgbClr val="00092F"/>
                </a:solidFill>
                <a:latin typeface="DT Flow"/>
              </a:rPr>
              <a:t>[Step 4 description]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17720"/>
            <a:ext cx="11311128" cy="146304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7F1AFE"/>
              </a:gs>
              <a:gs pos="100000">
                <a:srgbClr val="1866FE"/>
              </a:gs>
            </a:gsLst>
            <a:lin scaled="0" ang="0"/>
          </a:gradFill>
          <a:ln>
            <a:noFill/>
          </a:ln>
          <a:effectLst>
            <a:outerShdw blurRad="127000" dist="25400" dir="5400000" algn="t" rotWithShape="0">
              <a:srgbClr val="1A205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91440" bIns="91440" wrap="square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DT Flow"/>
              </a:rPr>
              <a:t>[ASK LABEL]</a:t>
            </a:r>
          </a:p>
          <a:p>
            <a:pPr algn="l"/>
            <a:r>
              <a:rPr sz="2000" b="1" i="0">
                <a:solidFill>
                  <a:srgbClr val="FFFFFF"/>
                </a:solidFill>
                <a:latin typeface="DT Flow"/>
              </a:rPr>
              <a:t>[The ask: what you need from the audience]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hases-plan">
    <p:spTree>
      <p:nvGrpSpPr>
        <p:cNvPr id="1" name=""/>
        <p:cNvGrpSpPr/>
        <p:nvPr/>
      </p:nvGrpSpPr>
      <p:grpSpPr/>
      <p:sp>
        <p:nvSpPr>
          <p:cNvPr id="29" name="Title 44">
            <a:extLst>
              <a:ext uri="{FF2B5EF4-FFF2-40B4-BE49-F238E27FC236}">
                <a16:creationId xmlns:a16="http://schemas.microsoft.com/office/drawing/2014/main" id="{1D5A3CE6-D123-899C-F8FC-337B758A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>
            <a:normAutofit fontScale="90000"/>
          </a:bodyPr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F87EC-16FC-A4D9-20C0-DC58F796CA1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A11EA-BCDE-2C2D-1758-642C74249C4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83E19F-158B-2244-87DB-A59766919A3D}"/>
              </a:ext>
            </a:extLst>
          </p:cNvPr>
          <p:cNvSpPr/>
          <p:nvPr/>
        </p:nvSpPr>
        <p:spPr>
          <a:xfrm>
            <a:off x="2581701" y="928048"/>
            <a:ext cx="9134902" cy="5083791"/>
          </a:xfrm>
          <a:prstGeom prst="roundRect">
            <a:avLst>
              <a:gd name="adj" fmla="val 6197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90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B4DB84-65A0-8307-3590-6F673EAB5B34}"/>
              </a:ext>
            </a:extLst>
          </p:cNvPr>
          <p:cNvSpPr/>
          <p:nvPr/>
        </p:nvSpPr>
        <p:spPr>
          <a:xfrm>
            <a:off x="241110" y="928048"/>
            <a:ext cx="2258705" cy="5083791"/>
          </a:xfrm>
          <a:prstGeom prst="roundRect">
            <a:avLst>
              <a:gd name="adj" fmla="val 15156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90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037631-608E-C039-746B-C2A4218B2225}"/>
              </a:ext>
            </a:extLst>
          </p:cNvPr>
          <p:cNvSpPr/>
          <p:nvPr/>
        </p:nvSpPr>
        <p:spPr>
          <a:xfrm>
            <a:off x="-1" y="1237094"/>
            <a:ext cx="11716603" cy="86740"/>
          </a:xfrm>
          <a:prstGeom prst="rect">
            <a:avLst/>
          </a:prstGeom>
          <a:gradFill flip="none" rotWithShape="1">
            <a:gsLst>
              <a:gs pos="100000">
                <a:srgbClr val="7F1AFF"/>
              </a:gs>
              <a:gs pos="50000">
                <a:srgbClr val="0094FE"/>
              </a:gs>
              <a:gs pos="0">
                <a:srgbClr val="00C68D"/>
              </a:gs>
            </a:gsLst>
            <a:lin ang="108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PE" sz="90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7E816A-7FDF-B954-3841-94805272B7CD}"/>
              </a:ext>
            </a:extLst>
          </p:cNvPr>
          <p:cNvCxnSpPr>
            <a:cxnSpLocks/>
          </p:cNvCxnSpPr>
          <p:nvPr/>
        </p:nvCxnSpPr>
        <p:spPr>
          <a:xfrm>
            <a:off x="241110" y="1388010"/>
            <a:ext cx="0" cy="46800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  <a:headEnd type="none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91F2D0-894C-ACF6-36C3-3F60C2DDAE85}"/>
              </a:ext>
            </a:extLst>
          </p:cNvPr>
          <p:cNvCxnSpPr>
            <a:cxnSpLocks/>
          </p:cNvCxnSpPr>
          <p:nvPr/>
        </p:nvCxnSpPr>
        <p:spPr>
          <a:xfrm>
            <a:off x="2542488" y="1406903"/>
            <a:ext cx="0" cy="46800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  <a:headEnd type="none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0FB630F4-35D8-E07F-0C0C-8F69112F0A44}"/>
              </a:ext>
            </a:extLst>
          </p:cNvPr>
          <p:cNvSpPr/>
          <p:nvPr/>
        </p:nvSpPr>
        <p:spPr>
          <a:xfrm>
            <a:off x="376943" y="1557196"/>
            <a:ext cx="2122865" cy="324000"/>
          </a:xfrm>
          <a:prstGeom prst="chevron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PE" sz="2200" b="1" u="none" strike="noStrike" kern="1200" cap="none" spc="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[Phase 1]</a:t>
            </a:r>
            <a:endParaRPr kumimoji="0" lang="es-PE" sz="900" b="1" u="none" strike="noStrike" kern="1200" cap="none" spc="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818B55A6-7E55-B0FA-B975-622F744EBE78}"/>
              </a:ext>
            </a:extLst>
          </p:cNvPr>
          <p:cNvSpPr/>
          <p:nvPr/>
        </p:nvSpPr>
        <p:spPr>
          <a:xfrm>
            <a:off x="2709416" y="1552545"/>
            <a:ext cx="1980000" cy="324000"/>
          </a:xfrm>
          <a:prstGeom prst="chevron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5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[Phase 2]</a:t>
            </a:r>
            <a:endParaRPr kumimoji="0" lang="es-PE" sz="600" b="1" i="0" u="none" strike="noStrike" kern="1200" cap="none" spc="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81DE8FC4-E3B8-430E-BE83-F742B3839A5F}"/>
              </a:ext>
            </a:extLst>
          </p:cNvPr>
          <p:cNvSpPr/>
          <p:nvPr/>
        </p:nvSpPr>
        <p:spPr>
          <a:xfrm>
            <a:off x="4927188" y="1539832"/>
            <a:ext cx="3240000" cy="324000"/>
          </a:xfrm>
          <a:prstGeom prst="chevron">
            <a:avLst/>
          </a:prstGeom>
          <a:gradFill flip="none" rotWithShape="1">
            <a:gsLst>
              <a:gs pos="0">
                <a:srgbClr val="00C6C9">
                  <a:shade val="30000"/>
                  <a:satMod val="115000"/>
                </a:srgbClr>
              </a:gs>
              <a:gs pos="50000">
                <a:srgbClr val="00C6C9">
                  <a:shade val="67500"/>
                  <a:satMod val="115000"/>
                </a:srgbClr>
              </a:gs>
              <a:gs pos="100000">
                <a:srgbClr val="00C6C9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5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[Phase 3]</a:t>
            </a:r>
            <a:endParaRPr kumimoji="0" lang="es-PE" sz="600" b="1" i="0" u="none" strike="noStrike" kern="1200" cap="none" spc="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sp>
        <p:nvSpPr>
          <p:cNvPr id="30" name="Line Callout 3 (No Border) 38">
            <a:extLst>
              <a:ext uri="{FF2B5EF4-FFF2-40B4-BE49-F238E27FC236}">
                <a16:creationId xmlns:a16="http://schemas.microsoft.com/office/drawing/2014/main" id="{2A660142-3EA8-5503-6EC9-878DBFB15ECA}"/>
              </a:ext>
            </a:extLst>
          </p:cNvPr>
          <p:cNvSpPr/>
          <p:nvPr/>
        </p:nvSpPr>
        <p:spPr>
          <a:xfrm>
            <a:off x="465936" y="2177145"/>
            <a:ext cx="1847037" cy="2862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accent2"/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[Phase 1 activity 1]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31" name="Line Callout 3 (No Border) 38">
            <a:extLst>
              <a:ext uri="{FF2B5EF4-FFF2-40B4-BE49-F238E27FC236}">
                <a16:creationId xmlns:a16="http://schemas.microsoft.com/office/drawing/2014/main" id="{484101AA-1400-6CE9-672F-0CCA430F68D0}"/>
              </a:ext>
            </a:extLst>
          </p:cNvPr>
          <p:cNvSpPr/>
          <p:nvPr/>
        </p:nvSpPr>
        <p:spPr>
          <a:xfrm>
            <a:off x="2760132" y="2183339"/>
            <a:ext cx="1847037" cy="2862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accent4">
                <a:lumMod val="75000"/>
              </a:schemeClr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[Phase 2 activity 1]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32" name="Line Callout 3 (No Border) 38">
            <a:extLst>
              <a:ext uri="{FF2B5EF4-FFF2-40B4-BE49-F238E27FC236}">
                <a16:creationId xmlns:a16="http://schemas.microsoft.com/office/drawing/2014/main" id="{51C458D7-45C0-AB01-1A88-331BE7F8F6EE}"/>
              </a:ext>
            </a:extLst>
          </p:cNvPr>
          <p:cNvSpPr/>
          <p:nvPr/>
        </p:nvSpPr>
        <p:spPr>
          <a:xfrm>
            <a:off x="5070788" y="2114556"/>
            <a:ext cx="3078966" cy="4247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rgbClr val="00C6C9"/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1000" b="1" dirty="0" err="1">
                <a:solidFill>
                  <a:schemeClr val="tx1"/>
                </a:solidFill>
                <a:latin typeface="DT Flow" pitchFamily="2" charset="77"/>
              </a:rPr>
              <a:t>[Workstream 1]</a:t>
            </a:r>
            <a:endParaRPr lang="es-PE" sz="1000" b="1" dirty="0">
              <a:solidFill>
                <a:schemeClr val="tx1"/>
              </a:solidFill>
              <a:latin typeface="DT Flow" pitchFamily="2" charset="77"/>
            </a:endParaRPr>
          </a:p>
          <a:p>
            <a:pPr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[Workstream 1 detail]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C745A3C-30A5-3D40-DD4A-A87F1F96A5D9}"/>
              </a:ext>
            </a:extLst>
          </p:cNvPr>
          <p:cNvCxnSpPr>
            <a:cxnSpLocks/>
          </p:cNvCxnSpPr>
          <p:nvPr/>
        </p:nvCxnSpPr>
        <p:spPr>
          <a:xfrm rot="5400000">
            <a:off x="7142346" y="264203"/>
            <a:ext cx="0" cy="9000000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5F32876-922E-0A5A-88F8-1B33F287B451}"/>
              </a:ext>
            </a:extLst>
          </p:cNvPr>
          <p:cNvGrpSpPr/>
          <p:nvPr/>
        </p:nvGrpSpPr>
        <p:grpSpPr>
          <a:xfrm>
            <a:off x="6258223" y="4916486"/>
            <a:ext cx="701568" cy="374024"/>
            <a:chOff x="5722914" y="3231970"/>
            <a:chExt cx="701568" cy="374024"/>
          </a:xfrm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1" name="Picture 6" descr="Role icon">
              <a:extLst>
                <a:ext uri="{FF2B5EF4-FFF2-40B4-BE49-F238E27FC236}">
                  <a16:creationId xmlns:a16="http://schemas.microsoft.com/office/drawing/2014/main" id="{50C2F0F9-F6E9-4AE5-7487-98BE07867E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73" t="13685" r="19940" b="13201"/>
            <a:stretch>
              <a:fillRect/>
            </a:stretch>
          </p:blipFill>
          <p:spPr bwMode="auto">
            <a:xfrm flipH="1">
              <a:off x="6073698" y="3231970"/>
              <a:ext cx="231957" cy="28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Dynatrace logo">
              <a:extLst>
                <a:ext uri="{FF2B5EF4-FFF2-40B4-BE49-F238E27FC236}">
                  <a16:creationId xmlns:a16="http://schemas.microsoft.com/office/drawing/2014/main" id="{B72AC6EF-C750-3076-9F48-AF07F27487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5267" y="3290970"/>
              <a:ext cx="192021" cy="192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01E6A1E-7775-8B5E-6D79-AF6E09FC4CEF}"/>
                </a:ext>
              </a:extLst>
            </p:cNvPr>
            <p:cNvSpPr txBox="1"/>
            <p:nvPr/>
          </p:nvSpPr>
          <p:spPr>
            <a:xfrm>
              <a:off x="5722914" y="3467495"/>
              <a:ext cx="701568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PE" sz="900" b="1" dirty="0"/>
                <a:t>[Role 1]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A7941-3336-DE8D-8927-5B2B65D949F5}"/>
              </a:ext>
            </a:extLst>
          </p:cNvPr>
          <p:cNvGrpSpPr/>
          <p:nvPr/>
        </p:nvGrpSpPr>
        <p:grpSpPr>
          <a:xfrm>
            <a:off x="2863585" y="5063727"/>
            <a:ext cx="701568" cy="651023"/>
            <a:chOff x="5722914" y="3231970"/>
            <a:chExt cx="701568" cy="651023"/>
          </a:xfrm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5" name="Picture 6" descr="Role icon">
              <a:extLst>
                <a:ext uri="{FF2B5EF4-FFF2-40B4-BE49-F238E27FC236}">
                  <a16:creationId xmlns:a16="http://schemas.microsoft.com/office/drawing/2014/main" id="{6C473614-0BF1-78CA-83C7-8B203AFFC8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73" t="13685" r="19940" b="13201"/>
            <a:stretch>
              <a:fillRect/>
            </a:stretch>
          </p:blipFill>
          <p:spPr bwMode="auto">
            <a:xfrm flipH="1">
              <a:off x="6073698" y="3231970"/>
              <a:ext cx="231957" cy="28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" descr="Dynatrace logo">
              <a:extLst>
                <a:ext uri="{FF2B5EF4-FFF2-40B4-BE49-F238E27FC236}">
                  <a16:creationId xmlns:a16="http://schemas.microsoft.com/office/drawing/2014/main" id="{A2F389D3-54BB-6F73-ED10-085AB577E2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5267" y="3290970"/>
              <a:ext cx="192021" cy="192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E85CF8A-D10D-E0F0-F408-5230FDC0908A}"/>
                </a:ext>
              </a:extLst>
            </p:cNvPr>
            <p:cNvSpPr txBox="1"/>
            <p:nvPr/>
          </p:nvSpPr>
          <p:spPr>
            <a:xfrm>
              <a:off x="5722914" y="3467495"/>
              <a:ext cx="701568" cy="4154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PE" sz="900" b="1" dirty="0"/>
                <a:t>[Role 2]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0BBF4A1-F028-F3DA-DDE9-D7DBA0456BDA}"/>
              </a:ext>
            </a:extLst>
          </p:cNvPr>
          <p:cNvSpPr txBox="1"/>
          <p:nvPr/>
        </p:nvSpPr>
        <p:spPr>
          <a:xfrm>
            <a:off x="26159" y="6185679"/>
            <a:ext cx="70156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200" b="1" dirty="0" err="1"/>
              <a:t>[Start]</a:t>
            </a:r>
            <a:endParaRPr lang="es-PE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04C9AE-69BB-0E68-D4BD-77E757E7E2D0}"/>
              </a:ext>
            </a:extLst>
          </p:cNvPr>
          <p:cNvSpPr txBox="1"/>
          <p:nvPr/>
        </p:nvSpPr>
        <p:spPr>
          <a:xfrm>
            <a:off x="1816829" y="6193373"/>
            <a:ext cx="136595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200" b="1" dirty="0"/>
              <a:t>[Milestone]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3DA8AA-35B1-25D9-C718-8383C2F6AEC9}"/>
              </a:ext>
            </a:extLst>
          </p:cNvPr>
          <p:cNvSpPr txBox="1"/>
          <p:nvPr/>
        </p:nvSpPr>
        <p:spPr>
          <a:xfrm>
            <a:off x="2863585" y="953484"/>
            <a:ext cx="399247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400" b="1" dirty="0"/>
              <a:t>[Duration A]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1490B1A-0BAB-43BA-0377-ABC75C1A84A4}"/>
              </a:ext>
            </a:extLst>
          </p:cNvPr>
          <p:cNvCxnSpPr>
            <a:cxnSpLocks/>
          </p:cNvCxnSpPr>
          <p:nvPr/>
        </p:nvCxnSpPr>
        <p:spPr>
          <a:xfrm>
            <a:off x="11709777" y="1388010"/>
            <a:ext cx="0" cy="46800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  <a:headEnd type="none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44B774-3410-F48D-4F45-9F1C3F5F1350}"/>
              </a:ext>
            </a:extLst>
          </p:cNvPr>
          <p:cNvCxnSpPr>
            <a:cxnSpLocks/>
          </p:cNvCxnSpPr>
          <p:nvPr/>
        </p:nvCxnSpPr>
        <p:spPr>
          <a:xfrm rot="5400000">
            <a:off x="3737131" y="3885107"/>
            <a:ext cx="0" cy="2160000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8DF00BA-55FC-1961-6B41-6E97FF6FA5CC}"/>
              </a:ext>
            </a:extLst>
          </p:cNvPr>
          <p:cNvSpPr txBox="1"/>
          <p:nvPr/>
        </p:nvSpPr>
        <p:spPr>
          <a:xfrm>
            <a:off x="6959791" y="4998837"/>
            <a:ext cx="1627706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100" b="1" dirty="0" err="1"/>
              <a:t>[Owner 1]</a:t>
            </a:r>
            <a:endParaRPr lang="es-PE" sz="11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C36C00-E272-4E19-CE7C-11DF9F6E2234}"/>
              </a:ext>
            </a:extLst>
          </p:cNvPr>
          <p:cNvSpPr txBox="1"/>
          <p:nvPr/>
        </p:nvSpPr>
        <p:spPr>
          <a:xfrm>
            <a:off x="11263256" y="6201069"/>
            <a:ext cx="918502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200" b="1" dirty="0" err="1"/>
              <a:t>[End]</a:t>
            </a:r>
            <a:endParaRPr lang="es-PE" sz="1200" b="1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FF14CA-9525-FC52-88D5-1634C4F4E788}"/>
              </a:ext>
            </a:extLst>
          </p:cNvPr>
          <p:cNvGrpSpPr/>
          <p:nvPr/>
        </p:nvGrpSpPr>
        <p:grpSpPr>
          <a:xfrm>
            <a:off x="8784460" y="4916486"/>
            <a:ext cx="701568" cy="374024"/>
            <a:chOff x="5722914" y="3231970"/>
            <a:chExt cx="701568" cy="374024"/>
          </a:xfrm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60" name="Picture 6" descr="Role icon">
              <a:extLst>
                <a:ext uri="{FF2B5EF4-FFF2-40B4-BE49-F238E27FC236}">
                  <a16:creationId xmlns:a16="http://schemas.microsoft.com/office/drawing/2014/main" id="{F77D0351-BC6F-CEC0-5993-83E7F5F893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73" t="13685" r="19940" b="13201"/>
            <a:stretch>
              <a:fillRect/>
            </a:stretch>
          </p:blipFill>
          <p:spPr bwMode="auto">
            <a:xfrm flipH="1">
              <a:off x="6073698" y="3231970"/>
              <a:ext cx="231957" cy="28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" descr="Dynatrace logo">
              <a:extLst>
                <a:ext uri="{FF2B5EF4-FFF2-40B4-BE49-F238E27FC236}">
                  <a16:creationId xmlns:a16="http://schemas.microsoft.com/office/drawing/2014/main" id="{F0412C87-7A35-551D-1FE8-50378B7162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5267" y="3290970"/>
              <a:ext cx="192021" cy="192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B3A0D4-4D55-03CC-7445-811B9C258F0F}"/>
                </a:ext>
              </a:extLst>
            </p:cNvPr>
            <p:cNvSpPr txBox="1"/>
            <p:nvPr/>
          </p:nvSpPr>
          <p:spPr>
            <a:xfrm>
              <a:off x="5722914" y="3467495"/>
              <a:ext cx="701568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PE" sz="900" b="1" dirty="0"/>
                <a:t>[Role 3]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4773E97-A952-EB82-1AC4-838EB53232FF}"/>
              </a:ext>
            </a:extLst>
          </p:cNvPr>
          <p:cNvSpPr txBox="1"/>
          <p:nvPr/>
        </p:nvSpPr>
        <p:spPr>
          <a:xfrm>
            <a:off x="9486028" y="4998838"/>
            <a:ext cx="1078737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100" b="1" dirty="0" err="1"/>
              <a:t>[Owner 2]</a:t>
            </a:r>
            <a:endParaRPr lang="es-PE" sz="1100" b="1" dirty="0"/>
          </a:p>
        </p:txBody>
      </p:sp>
      <p:sp>
        <p:nvSpPr>
          <p:cNvPr id="74" name="Line Callout 3 (No Border) 38">
            <a:extLst>
              <a:ext uri="{FF2B5EF4-FFF2-40B4-BE49-F238E27FC236}">
                <a16:creationId xmlns:a16="http://schemas.microsoft.com/office/drawing/2014/main" id="{A1A6EFCC-7057-989E-420B-92AB5C1AC35D}"/>
              </a:ext>
            </a:extLst>
          </p:cNvPr>
          <p:cNvSpPr/>
          <p:nvPr/>
        </p:nvSpPr>
        <p:spPr>
          <a:xfrm>
            <a:off x="5752180" y="3268914"/>
            <a:ext cx="5261515" cy="4247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rgbClr val="00C6C9"/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1000" b="1" dirty="0" err="1">
                <a:solidFill>
                  <a:schemeClr val="tx1"/>
                </a:solidFill>
                <a:latin typeface="DT Flow" pitchFamily="2" charset="77"/>
              </a:rPr>
              <a:t>[Workstream 3]</a:t>
            </a:r>
            <a:endParaRPr lang="es-PE" sz="1000" b="1" dirty="0">
              <a:solidFill>
                <a:schemeClr val="tx1"/>
              </a:solidFill>
              <a:latin typeface="DT Flow" pitchFamily="2" charset="77"/>
            </a:endParaRPr>
          </a:p>
          <a:p>
            <a:pPr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[Workstream 3 detail]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75" name="Line Callout 3 (No Border) 38">
            <a:extLst>
              <a:ext uri="{FF2B5EF4-FFF2-40B4-BE49-F238E27FC236}">
                <a16:creationId xmlns:a16="http://schemas.microsoft.com/office/drawing/2014/main" id="{3F3EB537-F976-2C56-86D7-F6955DCA3B5C}"/>
              </a:ext>
            </a:extLst>
          </p:cNvPr>
          <p:cNvSpPr/>
          <p:nvPr/>
        </p:nvSpPr>
        <p:spPr>
          <a:xfrm>
            <a:off x="5366677" y="2749544"/>
            <a:ext cx="5647022" cy="4247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rgbClr val="00C6C9"/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1000" b="1" dirty="0" err="1">
                <a:solidFill>
                  <a:schemeClr val="tx1"/>
                </a:solidFill>
                <a:latin typeface="DT Flow" pitchFamily="2" charset="77"/>
              </a:rPr>
              <a:t>[Workstream 2]</a:t>
            </a:r>
            <a:endParaRPr lang="es-PE" sz="1000" b="1" dirty="0">
              <a:solidFill>
                <a:schemeClr val="tx1"/>
              </a:solidFill>
              <a:latin typeface="DT Flow" pitchFamily="2" charset="77"/>
            </a:endParaRPr>
          </a:p>
          <a:p>
            <a:pPr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[Workstream 2 detail]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76" name="Line Callout 3 (No Border) 38">
            <a:extLst>
              <a:ext uri="{FF2B5EF4-FFF2-40B4-BE49-F238E27FC236}">
                <a16:creationId xmlns:a16="http://schemas.microsoft.com/office/drawing/2014/main" id="{E9262580-9657-D4CE-A852-671CEBB0F8E0}"/>
              </a:ext>
            </a:extLst>
          </p:cNvPr>
          <p:cNvSpPr/>
          <p:nvPr/>
        </p:nvSpPr>
        <p:spPr>
          <a:xfrm>
            <a:off x="5763985" y="3815115"/>
            <a:ext cx="5647023" cy="4247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rgbClr val="00C6C9"/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1000" b="1" dirty="0" err="1">
                <a:solidFill>
                  <a:schemeClr val="tx1"/>
                </a:solidFill>
                <a:latin typeface="DT Flow" pitchFamily="2" charset="77"/>
              </a:rPr>
              <a:t>[Workstream 4]</a:t>
            </a:r>
            <a:endParaRPr lang="es-PE" sz="1000" b="1" dirty="0">
              <a:solidFill>
                <a:schemeClr val="tx1"/>
              </a:solidFill>
              <a:latin typeface="DT Flow" pitchFamily="2" charset="77"/>
            </a:endParaRPr>
          </a:p>
          <a:p>
            <a:pPr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[Workstream 4 detail]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78" name="Line Callout 3 (No Border) 38">
            <a:extLst>
              <a:ext uri="{FF2B5EF4-FFF2-40B4-BE49-F238E27FC236}">
                <a16:creationId xmlns:a16="http://schemas.microsoft.com/office/drawing/2014/main" id="{6B96D492-1A4A-4CF5-85C1-4F70629D048A}"/>
              </a:ext>
            </a:extLst>
          </p:cNvPr>
          <p:cNvSpPr/>
          <p:nvPr/>
        </p:nvSpPr>
        <p:spPr>
          <a:xfrm>
            <a:off x="465935" y="2800170"/>
            <a:ext cx="1847037" cy="286232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accent2"/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[Phase 1 activity 2]</a:t>
            </a: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79" name="Line Callout 3 (No Border) 38">
            <a:extLst>
              <a:ext uri="{FF2B5EF4-FFF2-40B4-BE49-F238E27FC236}">
                <a16:creationId xmlns:a16="http://schemas.microsoft.com/office/drawing/2014/main" id="{055ECDA7-E938-25DB-F89F-14DF0CC16AE5}"/>
              </a:ext>
            </a:extLst>
          </p:cNvPr>
          <p:cNvSpPr/>
          <p:nvPr/>
        </p:nvSpPr>
        <p:spPr>
          <a:xfrm>
            <a:off x="2760132" y="2804809"/>
            <a:ext cx="1847037" cy="563231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accent4">
                <a:lumMod val="75000"/>
              </a:schemeClr>
            </a:solidFill>
            <a:bevel/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[Phase 2 activity 2]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PE" sz="1000" dirty="0" err="1">
                <a:solidFill>
                  <a:schemeClr val="tx1"/>
                </a:solidFill>
                <a:latin typeface="DT Flow" pitchFamily="2" charset="77"/>
              </a:rPr>
              <a:t>[Phase 2 activity 2 detail]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s-PE" sz="10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84" name="Arrow: Chevron 83">
            <a:extLst>
              <a:ext uri="{FF2B5EF4-FFF2-40B4-BE49-F238E27FC236}">
                <a16:creationId xmlns:a16="http://schemas.microsoft.com/office/drawing/2014/main" id="{558158B5-996C-B535-9DE7-DDA8370F8F27}"/>
              </a:ext>
            </a:extLst>
          </p:cNvPr>
          <p:cNvSpPr/>
          <p:nvPr/>
        </p:nvSpPr>
        <p:spPr>
          <a:xfrm>
            <a:off x="8154882" y="1533758"/>
            <a:ext cx="3240000" cy="324000"/>
          </a:xfrm>
          <a:prstGeom prst="chevron">
            <a:avLst/>
          </a:prstGeom>
          <a:gradFill flip="none" rotWithShape="1">
            <a:gsLst>
              <a:gs pos="0">
                <a:srgbClr val="00C6C9">
                  <a:shade val="30000"/>
                  <a:satMod val="115000"/>
                </a:srgbClr>
              </a:gs>
              <a:gs pos="50000">
                <a:srgbClr val="00C6C9">
                  <a:shade val="67500"/>
                  <a:satMod val="115000"/>
                </a:srgbClr>
              </a:gs>
              <a:gs pos="100000">
                <a:srgbClr val="00C6C9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5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rPr>
              <a:t>[Phase 4]</a:t>
            </a:r>
            <a:endParaRPr kumimoji="0" lang="es-PE" sz="600" b="1" i="0" u="none" strike="noStrike" kern="1200" cap="none" spc="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339BFC2-991C-C7F3-450D-93787012C20B}"/>
              </a:ext>
            </a:extLst>
          </p:cNvPr>
          <p:cNvCxnSpPr>
            <a:cxnSpLocks/>
          </p:cNvCxnSpPr>
          <p:nvPr/>
        </p:nvCxnSpPr>
        <p:spPr>
          <a:xfrm rot="5400000">
            <a:off x="5357131" y="-1529028"/>
            <a:ext cx="0" cy="5400000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6CEF9E2-9433-4D12-5A7C-2CD8828EC217}"/>
              </a:ext>
            </a:extLst>
          </p:cNvPr>
          <p:cNvCxnSpPr>
            <a:cxnSpLocks/>
          </p:cNvCxnSpPr>
          <p:nvPr/>
        </p:nvCxnSpPr>
        <p:spPr>
          <a:xfrm rot="5400000">
            <a:off x="9837199" y="-451072"/>
            <a:ext cx="0" cy="3240000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B0FC430-1547-FDC1-D6D7-FF6CCCE7D748}"/>
              </a:ext>
            </a:extLst>
          </p:cNvPr>
          <p:cNvSpPr txBox="1"/>
          <p:nvPr/>
        </p:nvSpPr>
        <p:spPr>
          <a:xfrm>
            <a:off x="8294084" y="933184"/>
            <a:ext cx="32400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400" b="1" dirty="0"/>
              <a:t>[Duration B]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5658389-581B-A654-279F-1B6A6C23FC10}"/>
              </a:ext>
            </a:extLst>
          </p:cNvPr>
          <p:cNvGrpSpPr/>
          <p:nvPr/>
        </p:nvGrpSpPr>
        <p:grpSpPr>
          <a:xfrm>
            <a:off x="6258223" y="5447903"/>
            <a:ext cx="701568" cy="512524"/>
            <a:chOff x="5722914" y="3231970"/>
            <a:chExt cx="701568" cy="512524"/>
          </a:xfrm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92" name="Picture 6" descr="Role icon">
              <a:extLst>
                <a:ext uri="{FF2B5EF4-FFF2-40B4-BE49-F238E27FC236}">
                  <a16:creationId xmlns:a16="http://schemas.microsoft.com/office/drawing/2014/main" id="{F174D5DC-BD7E-E15E-89A1-1B5228ABFE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73" t="13685" r="19940" b="13201"/>
            <a:stretch>
              <a:fillRect/>
            </a:stretch>
          </p:blipFill>
          <p:spPr bwMode="auto">
            <a:xfrm flipH="1">
              <a:off x="6073698" y="3231970"/>
              <a:ext cx="231957" cy="28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2" descr="Dynatrace logo">
              <a:extLst>
                <a:ext uri="{FF2B5EF4-FFF2-40B4-BE49-F238E27FC236}">
                  <a16:creationId xmlns:a16="http://schemas.microsoft.com/office/drawing/2014/main" id="{AD5F5ADF-D575-E76B-B834-902DCFA092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5267" y="3290970"/>
              <a:ext cx="192021" cy="192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3C2B145-B207-07C8-37F4-AA93D91A9218}"/>
                </a:ext>
              </a:extLst>
            </p:cNvPr>
            <p:cNvSpPr txBox="1"/>
            <p:nvPr/>
          </p:nvSpPr>
          <p:spPr>
            <a:xfrm>
              <a:off x="5722914" y="3467495"/>
              <a:ext cx="701568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PE" sz="900" b="1" dirty="0"/>
                <a:t>[Role 4]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DD3D163C-263F-B5AF-1249-8BFA4E84E8BC}"/>
              </a:ext>
            </a:extLst>
          </p:cNvPr>
          <p:cNvSpPr txBox="1"/>
          <p:nvPr/>
        </p:nvSpPr>
        <p:spPr>
          <a:xfrm>
            <a:off x="6959791" y="5530254"/>
            <a:ext cx="1627706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sz="1100" b="1" dirty="0" err="1"/>
              <a:t>[Owner 3]</a:t>
            </a:r>
            <a:endParaRPr lang="es-PE" sz="11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-prereqs">
    <p:spTree>
      <p:nvGrpSpPr>
        <p:cNvPr id="1" name=""/>
        <p:cNvGrpSpPr/>
        <p:nvPr/>
      </p:nvGrpSpPr>
      <p:grpSpPr/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CDF3-0BC3-C5F1-8C00-2313020444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CDBB8-956E-4A22-C54A-30B85E33CA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92F82436-4884-3D18-9DD0-487995B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10" y="367262"/>
            <a:ext cx="11521440" cy="438316"/>
          </a:xfrm>
        </p:spPr>
        <p:txBody>
          <a:bodyPr/>
          <a:lstStyle/>
          <a:p>
            <a:r>
              <a:rPr lang="es-PE" sz="2800" dirty="0"/>
              <a:t>[Slide title: the takeaway in one sentence]</a:t>
            </a:r>
            <a:endParaRPr lang="en-US" dirty="0"/>
          </a:p>
        </p:txBody>
      </p:sp>
      <p:sp>
        <p:nvSpPr>
          <p:cNvPr id="3" name="Line Callout 3 (No Border) 38">
            <a:extLst>
              <a:ext uri="{FF2B5EF4-FFF2-40B4-BE49-F238E27FC236}">
                <a16:creationId xmlns:a16="http://schemas.microsoft.com/office/drawing/2014/main" id="{03E24E4A-DE30-7225-2783-73CAAA93E16F}"/>
              </a:ext>
            </a:extLst>
          </p:cNvPr>
          <p:cNvSpPr/>
          <p:nvPr/>
        </p:nvSpPr>
        <p:spPr>
          <a:xfrm>
            <a:off x="442912" y="1910941"/>
            <a:ext cx="5003027" cy="83471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rgbClr val="C00000"/>
            </a:solidFill>
            <a:beve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600" dirty="0" err="1">
                <a:solidFill>
                  <a:schemeClr val="tx1"/>
                </a:solidFill>
                <a:latin typeface="DT Flow" pitchFamily="2" charset="77"/>
              </a:rPr>
              <a:t>[Risk 1]</a:t>
            </a:r>
            <a:endParaRPr lang="es-PE" sz="1600" dirty="0">
              <a:solidFill>
                <a:schemeClr val="tx1"/>
              </a:solidFill>
              <a:latin typeface="DT Flow" pitchFamily="2" charset="7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600" dirty="0" err="1">
                <a:solidFill>
                  <a:schemeClr val="tx1"/>
                </a:solidFill>
                <a:latin typeface="DT Flow" pitchFamily="2" charset="77"/>
              </a:rPr>
              <a:t>[Risk 2]</a:t>
            </a:r>
            <a:endParaRPr lang="es-PE" sz="16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0A9EB-6663-5D2F-2A09-A1408D3D6006}"/>
              </a:ext>
            </a:extLst>
          </p:cNvPr>
          <p:cNvSpPr txBox="1"/>
          <p:nvPr/>
        </p:nvSpPr>
        <p:spPr>
          <a:xfrm>
            <a:off x="1021492" y="1429173"/>
            <a:ext cx="384586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b="1" dirty="0"/>
              <a:t>[Left list title]</a:t>
            </a:r>
          </a:p>
        </p:txBody>
      </p:sp>
      <p:sp>
        <p:nvSpPr>
          <p:cNvPr id="7" name="Line Callout 3 (No Border) 38">
            <a:extLst>
              <a:ext uri="{FF2B5EF4-FFF2-40B4-BE49-F238E27FC236}">
                <a16:creationId xmlns:a16="http://schemas.microsoft.com/office/drawing/2014/main" id="{CE12F4BD-7AA5-49B3-F08F-6BA8B5C578A6}"/>
              </a:ext>
            </a:extLst>
          </p:cNvPr>
          <p:cNvSpPr/>
          <p:nvPr/>
        </p:nvSpPr>
        <p:spPr>
          <a:xfrm>
            <a:off x="6733121" y="1876627"/>
            <a:ext cx="5003027" cy="83471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rgbClr val="00B050"/>
            </a:solidFill>
            <a:beve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600">
                <a:solidFill>
                  <a:schemeClr val="tx1"/>
                </a:solidFill>
                <a:latin typeface="DT Flow" pitchFamily="2" charset="77"/>
              </a:rPr>
              <a:t>[Prerequisite 1]</a:t>
            </a:r>
            <a:endParaRPr lang="es-PE" sz="1600" dirty="0">
              <a:solidFill>
                <a:schemeClr val="tx1"/>
              </a:solidFill>
              <a:latin typeface="DT Flow" pitchFamily="2" charset="7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1600">
                <a:solidFill>
                  <a:schemeClr val="tx1"/>
                </a:solidFill>
                <a:latin typeface="DT Flow" pitchFamily="2" charset="77"/>
              </a:rPr>
              <a:t>[Prerequisite 2]</a:t>
            </a:r>
            <a:endParaRPr lang="es-PE" sz="1600" dirty="0">
              <a:solidFill>
                <a:schemeClr val="tx1"/>
              </a:solidFill>
              <a:latin typeface="DT Flow" pitchFamily="2" charset="7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1600" dirty="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24D07-840A-F82C-36F6-797EB2AD3159}"/>
              </a:ext>
            </a:extLst>
          </p:cNvPr>
          <p:cNvSpPr txBox="1"/>
          <p:nvPr/>
        </p:nvSpPr>
        <p:spPr>
          <a:xfrm>
            <a:off x="7311702" y="1411378"/>
            <a:ext cx="384586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PE" b="1" dirty="0"/>
              <a:t>[Right list title]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sing"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F11A97-DD4E-59A9-640F-6061342F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6CEF1-DDBD-48F2-BE7D-E8B27E68ABB0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2FF1E-5BE2-E659-9AA0-7746B4F3C8BB}"/>
              </a:ext>
            </a:extLst>
          </p:cNvPr>
          <p:cNvSpPr txBox="1"/>
          <p:nvPr/>
        </p:nvSpPr>
        <p:spPr>
          <a:xfrm>
            <a:off x="1600200" y="3222805"/>
            <a:ext cx="8778240" cy="798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T Flow Extrabold" pitchFamily="50" charset="0"/>
                <a:ea typeface="+mn-ea"/>
                <a:cs typeface="+mn-cs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Lqtpi90"/>
  <p:tag name="ARTICULATE_SLIDE_THUMBNAIL_REFRESH" val="1"/>
  <p:tag name="ARTICULATE_SLIDE_COUNT" val="10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USED_LAYOUT" val="16"/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Custom 1">
      <a:majorFont>
        <a:latin typeface="DT Flow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asic Template (Light)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DT Flow">
      <a:majorFont>
        <a:latin typeface="DT Flow Extrabold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ctr">
        <a:normAutofit/>
      </a:bodyPr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60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2023_Dynatrace_PPT_Template" id="{C835A556-0DBF-7148-8D5E-A143A2ECB707}" vid="{6F86AE6F-4D12-9A4D-BD80-00C0DDC36B5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105</Words>
  <Application>Microsoft Office PowerPoint</Application>
  <PresentationFormat>Widescreen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Aptos</vt:lpstr>
      <vt:lpstr>Arial</vt:lpstr>
      <vt:lpstr>Bernina Sans Offc</vt:lpstr>
      <vt:lpstr>Bernina Sans Offc Narrow</vt:lpstr>
      <vt:lpstr>Calibri</vt:lpstr>
      <vt:lpstr>DT Flow</vt:lpstr>
      <vt:lpstr>DT Flow Extrabold</vt:lpstr>
      <vt:lpstr>DT Flow Text V1.011</vt:lpstr>
      <vt:lpstr>Wingdings</vt:lpstr>
      <vt:lpstr>Office Theme</vt:lpstr>
      <vt:lpstr>Basic Template (Light)</vt:lpstr>
      <vt:lpstr>1_Basic Template (Light)</vt:lpstr>
      <vt:lpstr>PowerPoint Presentation</vt:lpstr>
      <vt:lpstr>PowerPoint Presentation</vt:lpstr>
      <vt:lpstr>PowerPoint Presentation</vt:lpstr>
      <vt:lpstr>PowerPoint Presentation</vt:lpstr>
      <vt:lpstr>{Title}</vt:lpstr>
      <vt:lpstr>Riesgos / Prerrequisitos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Dynatrace Services — template</dc:title>
  <dc:creator>Edunzz (Jose Eduardo Romero Jimenez)</dc:creator>
  <cp:lastModifiedBy>Edunzz (Jose Eduardo Romero Jimenez)</cp:lastModifiedBy>
  <cp:revision>1</cp:revision>
  <dcterms:created xsi:type="dcterms:W3CDTF">2025-05-07T13:22:52Z</dcterms:created>
  <dcterms:modified xsi:type="dcterms:W3CDTF">2026-06-26T14:30:36Z</dcterms:modified>
  <dc:subject>dt-custom-pptx-services-format-jromero</dc:subject>
  <dc:description>Template definitivo de la skill dt-custom-pptx-services-format-jromero. Cada slide es un patrón (id en el nombre del slide).</dc:description>
</cp:coreProperties>
</file>